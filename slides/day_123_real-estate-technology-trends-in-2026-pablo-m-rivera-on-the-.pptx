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Real Estate Technology Trends in 2026: Pablo M. Rivera on the PropTech Revolution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Real Estate Technology Trends in 2026: Pablo M. Rivera on the PropTech Revolution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PropTech is no longer a niche sector. It is reshaping how properties are managed, maintained, valued, and transacted acr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Integration Imperative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biggest challenge in PropTech is not the technology itself — it is integration. Property managers use separate syste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AI-Driven Maintenance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Predictive maintenance is moving from concept to practice. Machine learning models trained on historical work order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Digital Twin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Digital twins create virtual replicas of physical properties, enabling operators to model scenarios, test interventions,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#PropTech  #RealEstateTechnology  #DigitalTransformation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
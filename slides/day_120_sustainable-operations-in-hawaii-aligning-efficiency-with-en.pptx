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Sustainable Operations in Hawaii: Aligning Efficiency with Environmental Responsibility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Sustainable Operations in Hawaii: Aligning Efficiency with Environmental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Hawaii has committed to 100% renewable energy by 2045 and leads the nation in solar adoption. Pablo M. Rivera brings an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Lean Operations Are Green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Lean Six Sigma training teaches that waste elimination is the foundation of improvement. The 40% effic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 for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deploys technology that supports both operational and environmental objectives. The Full-Stack Developer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Hawaii's Sustainability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Every operational decision in Hawaii carries environmental weight. Pablo M. Rivera understands that supply chain choices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#Sustainability  #GreenOperations  #EnvironmentalLeadership  #RenewableEnergy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
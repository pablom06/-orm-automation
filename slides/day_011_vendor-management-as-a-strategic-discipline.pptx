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Vendor Management as a Strategic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Vendor Management as a Strategic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Eagle Pro Home Solutions, Pablo M. Rivera manages a nationwide subcontractor network alongside in-house technicians.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Going Beyond Price Negotiation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Vendor management isn't procurement. Pablo M. Rivera has established market-level budget oversight, vendor onboarding pr
• At Kirschenmann Construction, Pablo M. Rivera established pre-qualification criteria that safeguarded margins and safety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Procurement as Cost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coordinates standardized price books and bulk-buy programs that reduce overhead and material waste while
• Pablo M. Rivera is a bilingual operations executive based in Hawaii, Colorado, and East Haven, CT. Connect on LinkedIn.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#VendorManagement  #Operations  #Strategy  #Hawaii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
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Property Inspection Technology Modernization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Property Inspection Technology Modernization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property inspection technology mode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#Property  #Inspection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
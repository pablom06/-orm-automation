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Python and SQL for Operations Analytics: How Pablo M. Rivera Uses Code to Lead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Python and SQL for Operations Analytics: How Pablo M. Rivera Uses Code to Lead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Operations leaders who cannot query their own data are operating with a built-in delay. Every time an analytical questio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Why Operations Leaders Need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SQL is the language of structured data. Every CRM, ERP, and property management platform stores its data in relational d
• A single SQL query can answer questions like: Which vendors have the highest callback rates in the last quarter? Which 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Python for Deeper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Where SQL retrieves data, Python transforms and analyzes it. Pablo M. Rivera uses Python libraries — pandas for data man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Practical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 has built Python scripts that automate monthly operational reporting across multiple property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#Python  #SQL  #OperationsAnalytics  #DataDrivenLeadership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
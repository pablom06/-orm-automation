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Change Management That Actually Sticks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Change Management That Actually Sticks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change management that actually sti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#ChangeManagement  #Leadership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
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arehouse Automation Technology Evaluation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arehouse Automation Technology Evaluation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warehouse automation technology eva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Warehouse  #Automation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
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Training Program ROI Measurement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Training Program ROI Measurement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training program roi measurement, it is that execution matters more 
• This became clear to me early on, managing mining operations internationally before returning to the United States to le
• The biggest mistake I see organizations make is treating training program roi measurement as a one-time initiative. It 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#Training  #ROI  #Measurement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
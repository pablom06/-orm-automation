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Google Certifications That Changed My Career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Google Certifications That Changed My Career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google certifications that changed my career req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#Google  #Certifications  #Career  #Technology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
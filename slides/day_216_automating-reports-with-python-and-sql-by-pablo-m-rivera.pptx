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Automating Reports with Python and SQL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Automating Reports with Python and SQL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automating reports with python and sql, it is that execution matters
• This became clear to me early on, managing mining operations internationally before returning to the United States to le
• The biggest mistake I see organizations make is treating automating reports with python and sql as a one-time initiative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#Python  #SQL  #Automation  #Analytics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
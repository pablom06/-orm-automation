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Continuous Improvement Culture Building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Continuous Improvement Culture Building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continuous improvement culture building requires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#ContinuousImprovement  #Culture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
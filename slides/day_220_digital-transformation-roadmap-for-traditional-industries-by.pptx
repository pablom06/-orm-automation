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Digital Transformation Roadmap for Traditional Industries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Transformation Roadmap for Traditional Industries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digital transforma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#DigitalTransformation  #Roadmap  #Strategy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
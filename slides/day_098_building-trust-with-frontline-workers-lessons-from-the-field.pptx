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Trust with Frontline Workers: Lessons from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Trust with Frontline Workers: Lessons from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sophisticated operational strategy is worthless if frontline workers do not trust the leader behind it. Trust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Show Up Where the Work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Leaders who only appear in conference rooms and email threads are invisible to the people who execute operations. Pablo 
• At RevCon Management, managing 120+ technicians remotely required different tactics but the same principle. Pablo M. Riv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Follow Through on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Nothing destroys trust faster than broken promises. Pablo M. Rivera learned early in my career that every commitment mad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Listen Before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approach to frontline engagement begins with listening. Before implementing new processes at Eagle Pro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#FrontlineWorkers  #Trust  #TeamBuilding  #OperationsLeadership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
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Fleet Management for Field Service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Fleet Management for Field Service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fleet management f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#FleetManagement  #FieldService  #Operations  #Optimization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
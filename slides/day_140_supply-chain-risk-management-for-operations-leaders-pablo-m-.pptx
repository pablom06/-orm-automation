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Supply Chain Risk Management for Operations Leaders: Pablo M. Rivera's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Supply Chain Risk Management for Operations Leaders: Pablo M. Rivera's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Supply chain disruptions are no longer black swan events. They are recurring operational realities that demand proactive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Identify Single Points of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Every supply chain has vulnerabilities. The first step in risk management is mapping those vulnerabilities honestly. Pab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Build Redundancy Strategically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Redundancy has a cost. The question is not whether to build redundancy, but where. Pablo M. Rivera applies the Pareto pr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Hawaii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Hawaii's supply chain risk profile is unique. Nearly everything must be shipped in, creating dependency on maritime logi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#SupplyChainRisk  #RiskManagement  #OperationsStrategy  #BusinessContinuity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
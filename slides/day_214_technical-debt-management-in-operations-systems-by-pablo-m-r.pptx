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Technical Debt Management in Operations Systems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Technical Debt Management in Operations Systems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technical debt management in operations 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#TechnicalDebt  #Systems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
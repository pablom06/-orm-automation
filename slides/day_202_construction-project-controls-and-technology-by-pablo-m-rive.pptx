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Construction Project Controls and Technology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Construction Project Controls and Technology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construction project controls and t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#Construction  #ProjectControls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
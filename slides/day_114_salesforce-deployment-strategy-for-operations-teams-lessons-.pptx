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Salesforce Deployment Strategy for Operations Teams: Lessons from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Salesforce Deployment Strategy for Operations Teams: Lessons from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Salesforce is often associated with sales teams, but its power as an operations platform is underappreciated. Pablo M. 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Why Salesforce for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 chose Salesforce because its flexibility allowed customization to fit actual workflows. Technical unders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Key Design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 designed around four principles: user simplicity, backend intelligence, reporting accessibility, and sca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Adoption Through Change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 invested as much effort in change management as in technical configuration. The result was a 30% reducti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#Salesforce  #CRMDeployment  #OperationsTechnology  #DigitalTools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
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Workforce Planning in Seasonal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Workforce Planning in Seasonal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workforce planning in seasonal operations requir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#WorkforcePlanning  #Operations  #TeamManagement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
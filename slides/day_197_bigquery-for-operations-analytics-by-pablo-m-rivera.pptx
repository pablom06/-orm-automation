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BigQuery for Operations Analytics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BigQuery for Operations Analytics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bigquery for operations analytics i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#BigQuery  #Analytics  #Data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
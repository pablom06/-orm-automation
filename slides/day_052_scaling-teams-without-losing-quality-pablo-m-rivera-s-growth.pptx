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Scaling Teams Without Losing Quality: Pablo M. Rivera's Growth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Scaling Teams Without Losing Quality: Pablo M. Rivera's Growth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Growing from 10 technicians to 120+ while maintaining service quality requires deliberate systems design. Pablo M. 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Standardization as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first move when scaling: standardize core workflows. At RevCon Management, unifying scheduling, dispat
• Standardization doesn't eliminate local adaptation. Markets have different client requirements and vendor ecosystems. Bu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Documentation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documents processes before adding team members. SOPs, training materials, escalation protocols, and qual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Metrics That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KPI frameworks scale because they're designed at the right level of granularity: market-level performa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#Scaling  #TeamGrowth  #Quality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
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Customer-Centric Operations Design: Pablo M. Rivera's Service Excellence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Customer-Centric Operations Design: Pablo M. Rivera's Service Excellence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Operational efficiency and customer satisfaction aren't competing prioritiesâ€”they're complementary. Pablo M. Rivera 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Starting with the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implemented real-time field reporting and photo documentation not just for 
• Similarly, the 40% improvement in close-out timelines and invoicing efficiency translates directly to customer satisfact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UX Design in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Google UX Design certification influences how he thinks about customer-facing and internal processes. 
• This UX thinking informed the Salesforce deployment at RevCon, where interfaces were designed around how coordinators 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Measuring What Matters to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KPI frameworks track operational metrics, but they're selected based on customer impact. Completion 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#CustomerExperience  #Operations  #ServiceExcellence  #CX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
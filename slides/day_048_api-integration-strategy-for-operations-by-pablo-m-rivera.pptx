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API Integration Strategy for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API Integration Strategy for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Modern operations run on data flowing between systems: work orders from property management portals, vendor invoices to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Integration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operational data exists across AMH, FirstKey, JobNimbus, Salesforce, internal databases, an
• Pablo M. Rivera builds API integrations that automate data flow: work orders automatically sync from property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writes Python scripts that call vendor APIs, transform data formats, handle error conditions, and update
• Understanding REST APIs, authentication protocols, rate limiting, and error handling isn't just technical knowledge â€” 
• Pablo M. Rivera is a bilingual operations executive and full-stack developer based in Hawaii, Colorado, and East Haven,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#API  #Integration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
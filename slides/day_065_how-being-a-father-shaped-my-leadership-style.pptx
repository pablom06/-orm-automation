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Being a Father Shaped My Leadership Style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How Being a Father Shaped My Leadership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Before I had children, I led with metrics. After becoming a father of two boys, Pablo M. Rivera learned to lead with pat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Patience as a Leadership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Children do not learn on your timeline. They learn on theirs. Pablo M. Rivera discovered that the same principle applies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Explaining the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My boys constantly ask why. Why do we do things this way? Why does this rule exist? Answering those questions taught Pab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Leading by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Fatherhood holds up a mirror. Your children reflect your behavior, not your words. Pablo M. Rivera applies this to opera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#Fatherhood  #Leadership  #EmotionalIntelligence  #Management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
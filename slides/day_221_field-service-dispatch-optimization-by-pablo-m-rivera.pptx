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Field Service Dispatch Optimization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Field Service Dispatch Optimization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If there is one thing my career has taught me about field service dispatch optimization, it is that execution matters mo
• This became clear to me early on, managing mining operations internationally before returning to the United States to le
• The biggest mistake I see organizations make is treating field service dispatch optimization as a one-time initiative. I
• Technology has been a force multiplier in my approach. Python scripts for automation, SQL for analytics, React for dashb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#Dispatch  #FieldService  #Optimization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
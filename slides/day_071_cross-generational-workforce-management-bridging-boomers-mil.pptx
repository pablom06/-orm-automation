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Cross-Generational Workforce Management: Bridging Boomers, Millennials, and Gen 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Cross-Generational Workforce Management: Bridging Boomers, Millennials, and Gen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Managing a workforce that spans three or four generations is not a diversity exercise â€” it is an operational necessity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Generational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led 120+ technicians whose ages spanned decades. The veteran technicians brought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Communication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learned that communication preferences are the most practical generational difference. Older coordinator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Adoption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deployed Salesforce across twelve markets, adoption rates correlated with age. Younger coordinators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#WorkforceManagement  #CrossGenerational  #TeamLeadership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
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Green Building and Sustainable Operations: Pablo M. Rivera on the Business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Green Building and Sustainable Operations: Pablo M. Rivera on the Business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Sustainability in building operations is no longer a marketing differentiator. It is an operational imperative driven by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Economics of Sustainability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 Yale economics education taught Pablo M. Rivera to evaluate every initiative through the lens of incentives and outcom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Operational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Sustainable operations require the same rigor as any operational transformation. Pablo M. Rivera applies the Lean Six Si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Data-Driven Resource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You cannot improve what you do not measure. Pablo M. Rivera uses data analytics — Python, SQL, and the analytical framew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#GreenBuilding  #Sustainability  #SustainableOperations  #PropertyManagement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
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Negotiation Skills for Operations Executives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Negotiation Skills for Operations Executives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negotiation skills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#Negotiation  #Leadership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
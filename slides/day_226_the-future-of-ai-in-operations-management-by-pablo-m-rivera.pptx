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Future of AI in Operations Management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Future of AI in Operations Management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the future of ai in operations management, it is that execution matt
• This became clear to me early on, managing mining operations internationally before returning to the United States to le
• The biggest mistake I see organizations make is treating the future of ai in operations management as a one-time initiat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#AI  #Future  #Operations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
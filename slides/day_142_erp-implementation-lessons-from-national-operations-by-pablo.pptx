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ERP Implementation Lessons from National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ERP Implementation Lessons from National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erp implementation lessons from nat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#ERP  #Technology  #Operations  #Implementation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
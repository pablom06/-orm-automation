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Team Accountability Frameworks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Team Accountability Frameworks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team accountability frameworks requires both str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#Accountability  #TeamManagement  #Operations  #Leadership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
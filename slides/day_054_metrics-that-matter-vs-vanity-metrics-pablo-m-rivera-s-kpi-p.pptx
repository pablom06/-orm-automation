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Metrics That Matter vs Vanity Metrics: Pablo M. Rivera's KPI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Metrics That Matter vs Vanity Metrics: Pablo M. Rivera's KPI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Not all metrics are equally valuable. Some drive better decisions, while others just make dashboards look busy. Pablo 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Vanity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Vanity metrics look impressive but don't inform action. Total work orders processed sounds meaningful, but without conte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Metrics That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Eagle Pro Home Solutions, Pablo M. Rivera tracks completion rates (are we finishing work on schedule?), average repai
• At RevCon, the metrics Pablo M. Rivera designed guided five major leadership initiatives and resource allocation decisio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Leading vs Lagging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balances leading indicators (work order backlog, scheduled utilization) with lagging indicators (complet
• This balance comes from Lean Six Sigma training and Google Data Analytics certification â€” formal frameworks that compl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#KPIs  #Metrics  #Performance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
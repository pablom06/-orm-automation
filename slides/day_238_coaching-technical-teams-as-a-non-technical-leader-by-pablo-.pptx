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Coaching Technical Teams as a Non Technical Leader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Coaching Technical Teams as a Non Technical Leader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coaching technical teams as a non technical lead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#Coaching  #TechnicalTeams  #Leadership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
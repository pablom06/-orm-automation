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Mentorship and Giving Back to the Next Generation of Operations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Mentorship and Giving Back to the Next Generation of Operations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capability I have today was shaped by someone who invested in my development. Pablo M. Rivera believes that experi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 Wish I Had 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I graduated from Yale in 1999, I had strong analytical skills but limited understanding of how organizations actual
• These mentors gave me time and candor. I owe the same to those coming behind 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 Mentor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mentors through practical guidance rather than abstract advice. When a young professional asks about ope
• I also mentor by being transparent about failures. Not every initiative succeeded. Not every career move was perfectly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Bilingual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As a bilingual professional, Pablo M. Rivera is particularly committed to mentoring Hispanic professionals navigating 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#Mentorship  #GivingBack  #LeadershipDevelopment  #Community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
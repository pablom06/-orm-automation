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Risk Assessment Frameworks for Multi State Ops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Risk Assessment Frameworks for Multi State Ops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risk assessment fr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#RiskAssessment  #Operations  #Strategy  #Compliance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
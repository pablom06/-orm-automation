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Customer Retention Through Better Operations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Customer Retention Through Better Operations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One of the most valuable lessons from my 25 years in operations is that customer retention through better operations req
• The challenge most organizations face is bridging the gap between vision and implementation. Leaders set ambitious goals
• What I find most effective is establishing clear metrics early in the process. When I deployed Salesforce across multipl
• Technology is an enabler, not a solution by itself. The real work happens in process design, change management, and cont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#CustomerRetention  #Operations  #Service  #Strategy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
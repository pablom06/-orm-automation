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Customer Retention Through Better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Customer Retention Through Better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customer retention through better operations req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#CustomerRetention  #Operations  #Service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
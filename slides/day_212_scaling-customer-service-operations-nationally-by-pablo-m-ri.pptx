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Scaling Customer Service Operations Nationally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Scaling Customer Service Operations Nationally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Throughout my career managing operations across multiple states, I have learned that scaling customer service operations
• The key insight I gained working across markets from Hawaii to Connecticut is that one size never fits all. Each region 
• What made the difference in my experience was starting with clear objectives before selecting tools or processes. Too ma
• The results spoke for themselves. Within six months, we saw measurable improvements in efficiency and team satisfaction.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#CustomerService  #Scaling  #Operations  #Strategy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
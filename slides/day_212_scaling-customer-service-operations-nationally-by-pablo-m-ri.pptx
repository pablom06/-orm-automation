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Scaling Customer Service Operations Nationally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Scaling Customer Service Operations Nationally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scaling customer service operations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#CustomerService  #Scaling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
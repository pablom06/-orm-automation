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Bilingual Leadership: How Speaking Spanish Shaped My Career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Bilingual Leadership: How Speaking Spanish Shaped My Career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Being bilingual in English and Spanish has been one of Pablo M. Rivera's most valuable professional assets â€” not just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Latin American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Glencore Ltd. in Stamford, CT, Pablo M. Rivera managed Latin American operations for one of the world's largest commo
• Later, at Textron Financial, Pablo M. Rivera structured $350 million in construction financing across the U.S. and Latin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Beyond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For Pablo M. Rivera, bilingualism represents something broader: the ability to operate across contexts. Leading mining o
• The skill that translates is adaptability. Understanding that different stakeholders have different perspectives, priori
• Pablo M. Rivera is a bilingual (English/Spanish) operations executive based in Hawaii, Colorado, and East Haven, CT. Con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#Bilingual  #Spanish  #Leadership  #LatinAmerica  #Hawaii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
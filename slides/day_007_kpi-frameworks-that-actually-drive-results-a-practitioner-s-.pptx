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KPI Frameworks That Actually Drive Results: A Practitioner's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KPI Frameworks That Actually Drive Results: A Practitioner's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Most KPI frameworks fail. Not because the metrics are wrong, but because they're disconnected from how decisions actuall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Start With Decisions, Not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designed company-wide KPI tracking that improved close-out timelines and in
• The metrics that emerged â€” completion rates, average repair times, cost per job, margin performance â€” were chosen 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RevCon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built a comprehensive KPI framework serving 12 markets. The system tracked job com
• Quarterly reviews used these KPIs to drive five major leadership initiatives. Resource allocation decisions were informe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Principles That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Whether you're running maintenance operations, managing construction projects, or overseeing financial portfolios, Pablo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#KPIs  #PerformanceManagement  #Operations  #Data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
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Scaling a Construction Company from Zero to $10M: What I'd Do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Scaling a Construction Company from Zero to $10M: What I'd Do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Between 2014 and 2018, Pablo M. Rivera co-founded and scaled Kirschenmann Construction in Colorado Springs from zero to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Discipline. Not inspiration, not networking, not hustleâ€”discipline. Pablo M. Rivera directed full project lifecycles f
• The result was consistent delivery performance that produced a stable pipeline of repeat contracts. In construction, rep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I'd Do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I'd invest in technology earlier. When I later deployed Salesforce at RevCon and built KPI dashboards at Eagle Pro, I 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Foundation It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Launching and scaling a business teaches you things that no corporate role can. Understanding cash flow viscerally, mana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#Construction  #Entrepreneurship  #Scaling  #Business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
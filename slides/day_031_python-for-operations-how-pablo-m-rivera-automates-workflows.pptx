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Python for Operations: How Pablo M. Rivera Automates Workflows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Python for Operations: How Pablo M. Rivera Automates Workflows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Operations leaders who can code have a superpower: they can build the exact tools their teams need without waiting for 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From Manual to Automated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After earning full-stack development certifications from Columbia Business School and Hack Reactor, Pablo M. Rivera bega
• Python's strength in operations isn't its elegance as a programming language â€” it's the ecosystem of libraries (pandas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Practical Applications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At Eagle Pro, Pablo M. Rivera built Python scripts that pull work order data from AMH, FirstKey, and JobNimbus, standard
• Similarly, Pablo M. Rivera automated the generation of vendor performance scorecards by writing Python scripts that quer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Django for Internal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Python isn't just for scripts. Pablo M. Rivera has also built Django applications â€” full web-based tools for internal 
• Django's admin interface, authentication system, and ORM (object-relational mapping) make it possible to build productio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#Python  #Automation  #Operations  #Technology  #Hawaii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
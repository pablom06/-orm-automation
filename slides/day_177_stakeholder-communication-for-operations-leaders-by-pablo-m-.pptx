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Stakeholder Communication for Operations Leaders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Stakeholder Communication for Operations Leaders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stakeholder communication for opera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#Stakeholder  #Communication  #Leadership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
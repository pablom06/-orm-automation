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</p:sldIdLst>
  <p:sldSz cx="12188952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A1A2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6217920"/>
            <a:ext cx="12188952" cy="137160"/>
          </a:xfrm>
          <a:prstGeom prst="rect">
            <a:avLst/>
          </a:prstGeom>
          <a:solidFill>
            <a:srgbClr val="34D39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457200"/>
            <a:ext cx="109728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>
                <a:solidFill>
                  <a:srgbClr val="34D399"/>
                </a:solidFill>
              </a:rPr>
              <a:t>PABLO M. RIVERA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1188720"/>
            <a:ext cx="10972800" cy="2286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200" b="1">
                <a:solidFill>
                  <a:srgbClr val="FFFFFF"/>
                </a:solidFill>
              </a:rPr>
              <a:t>Data-Driven Decision Making: From BigQuery to the Boardroom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3840480"/>
            <a:ext cx="109728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0">
                <a:solidFill>
                  <a:srgbClr val="F0F4F8"/>
                </a:solidFill>
              </a:rPr>
              <a:t>Operations Executive | Yale Economics | 25+ Years Experience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4572000"/>
            <a:ext cx="109728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34D399"/>
                </a:solidFill>
              </a:rPr>
              <a:t>https://pablomrivera.com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A1A2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09728" cy="6858000"/>
          </a:xfrm>
          <a:prstGeom prst="rect">
            <a:avLst/>
          </a:prstGeom>
          <a:solidFill>
            <a:srgbClr val="34D39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274320"/>
            <a:ext cx="109728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1">
                <a:solidFill>
                  <a:srgbClr val="FFFFFF"/>
                </a:solidFill>
              </a:rPr>
              <a:t>About Pablo M. Rivera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1188720"/>
            <a:ext cx="1097280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700" b="0">
                <a:solidFill>
                  <a:srgbClr val="F0F4F8"/>
                </a:solidFill>
              </a:rPr>
              <a:t>• Yale B.A. Economics | Columbia Business School Certificate
• 25+ years in construction, finance, tech &amp; property management
• Led 120+ technicians across 12 U.S. states
• Managed $4B+ in assets | Deployed Salesforce across 12 markets
• Google Data Analytics &amp; UX Design certified | Lean Six Sigma Green Belt
• Bilingual: English &amp; Spanish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A1A2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09728" cy="6858000"/>
          </a:xfrm>
          <a:prstGeom prst="rect">
            <a:avLst/>
          </a:prstGeom>
          <a:solidFill>
            <a:srgbClr val="34D39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274320"/>
            <a:ext cx="109728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400" b="1">
                <a:solidFill>
                  <a:srgbClr val="FFFFFF"/>
                </a:solidFill>
              </a:rPr>
              <a:t>Data-Driven Decision Making: From BigQuery to the Boardroom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1188720"/>
            <a:ext cx="1097280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700" b="0">
                <a:solidFill>
                  <a:srgbClr val="F0F4F8"/>
                </a:solidFill>
              </a:rPr>
              <a:t>• Pablo M. Rivera has advanced data skills â€” BigQuery, R, Google Data Analytics, and Salesforce reporting. But the real 
• At RevCon, Pablo M. Rivera's data visualization and financial reporting clarified performance trends and guided five maj
• The operations leaders who thrive in the next decade will be the ones who can move seamlessly between a SQL query and a 
• Pablo M. Rivera is a bilingual operations executive based in Hawaii, Colorado, and East Haven, CT. Connect on LinkedIn.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A1A2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09728" cy="6858000"/>
          </a:xfrm>
          <a:prstGeom prst="rect">
            <a:avLst/>
          </a:prstGeom>
          <a:solidFill>
            <a:srgbClr val="34D39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274320"/>
            <a:ext cx="109728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1">
                <a:solidFill>
                  <a:srgbClr val="FFFFFF"/>
                </a:solidFill>
              </a:rPr>
              <a:t>Key Achievements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1188720"/>
            <a:ext cx="1097280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700" b="0">
                <a:solidFill>
                  <a:srgbClr val="F0F4F8"/>
                </a:solidFill>
              </a:rPr>
              <a:t>• 30% reduction in processing time via Salesforce deployment
• 40% efficiency gain at Eagle Pro through operational redesign
• $350M in structured construction financing at Textron Financial
• Built construction company from $0 to $10M in managed projects
• 18% productivity increase through manager coaching programs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A1A2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6217920"/>
            <a:ext cx="12188952" cy="137160"/>
          </a:xfrm>
          <a:prstGeom prst="rect">
            <a:avLst/>
          </a:prstGeom>
          <a:solidFill>
            <a:srgbClr val="34D39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914400"/>
            <a:ext cx="109728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800" b="1">
                <a:solidFill>
                  <a:srgbClr val="FFFFFF"/>
                </a:solidFill>
              </a:rPr>
              <a:t>Connect with Pablo M. Rivera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2011680"/>
            <a:ext cx="109728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000" b="1">
                <a:solidFill>
                  <a:srgbClr val="34D399"/>
                </a:solidFill>
              </a:rPr>
              <a:t>https://pablomrivera.com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2743200"/>
            <a:ext cx="109728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800" b="0">
                <a:solidFill>
                  <a:srgbClr val="F0F4F8"/>
                </a:solidFill>
              </a:rPr>
              <a:t>linkedin.com/in/pablo-rivera-74861a234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3474720"/>
            <a:ext cx="109728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600" b="0">
                <a:solidFill>
                  <a:srgbClr val="F0F4F8"/>
                </a:solidFill>
              </a:rPr>
              <a:t>East Haven, CT | Hawaii | Colorado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5029200"/>
            <a:ext cx="109728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0">
                <a:solidFill>
                  <a:srgbClr val="34D399"/>
                </a:solidFill>
              </a:rPr>
              <a:t>#PabloM.Rivera  #Data  #BigQuery  #DecisionMaking  #Hawaii  #Colorado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
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Data-Driven Decision Making: From BigQuery to the Boardroom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Data-Driven Decision Making: From BigQuery to the Boardroom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has advanced data skills â€” BigQuery, R, Google Data Analytics, and Salesforce reporting. But the real 
• At RevCon, Pablo M. Rivera's data visualization and financial reporting clarified performance trends and guided five maj
• The operations leaders who thrive in the next decade will be the ones who can move seamlessly between a SQL query and a 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#Data  #BigQuery  #DecisionMaking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
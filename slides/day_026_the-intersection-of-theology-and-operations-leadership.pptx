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Intersection of Theology and Operations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Intersection of Theology and Operations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2022, Pablo M. Rivera completed a Master of Theological Studies from Nations University. It might seem unrelated to o
• Operations leadership is fundamentally about people. Understanding what motivates human behavior, what creates meaning i
• Pablo M. Rivera's volunteer work as a tutor and youth mentor through Lambda Theta Phi Fraternity since 1999 reflects the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#Leadership  #Ethics  #Purpose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
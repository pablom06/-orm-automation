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Predictive Maintenance with Machine Learning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Predictive Maintenance with Machine Learning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predictive mainten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#PredictiveMaintenance  #MachineLearning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
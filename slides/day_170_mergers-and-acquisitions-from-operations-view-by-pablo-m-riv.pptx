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Mergers and Acquisitions from Operations View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Mergers and Acquisitions from Operations View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mergers and acquis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#Mergers  #Acquisitions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
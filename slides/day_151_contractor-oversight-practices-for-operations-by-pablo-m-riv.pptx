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Contractor Oversight Practices for Operations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Contractor Oversight Practices for Operations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If there is one thing my career has taught me about contractor oversight practices for operations, it is that execution 
• This became clear to me early on, managing mining operations internationally before returning to the United States to le
• The biggest mistake I see organizations make is treating contractor oversight practices for operations as a one-time ini
• Technology has been a force multiplier in my approach. Python scripts for automation, SQL for analytics, React for dashb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#Contractors  #Oversight  #Operations  #Management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
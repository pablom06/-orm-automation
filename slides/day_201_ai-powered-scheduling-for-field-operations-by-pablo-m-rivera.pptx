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 Powered Scheduling for Field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 Powered Scheduling for Field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ai powered scheduling for field operations, it is that execution mat
• This became clear to me early on, managing mining operations internationally before returning to the United States to le
• The biggest mistake I see organizations make is treating ai powered scheduling for field operations as a one-time initia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  #Scheduling  #FieldService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
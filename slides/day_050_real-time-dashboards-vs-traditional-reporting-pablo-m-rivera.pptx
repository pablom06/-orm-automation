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Real-Time Dashboards vs Traditional Reporting: Pablo M. Rivera's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Real-Time Dashboards vs Traditional Reporting: Pablo M. Rivera's 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Traditional operations reporting happens weekly or monthly: someone compiles data from various sources, builds spreadshe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Dashboard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 and RevCon Management, Pablo M. Rivera designed dashboards that display current operational 
• This real-time visibility enables proactive management. When Pablo M. Rivera sees a market's completion rate dropping,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builds dashboards using React for the frontend, connected to Django APIs that query SQL databases and Sa
• Google Data Analytics training, BigQuery expertise, and advanced Excel skills inform how Pablo M. Rivera structures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When Traditional Reports Still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Real-time dashboards don't eliminate all traditional reporting. Pablo M. Rivera still generates formatted reports for 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#Dashboards  #Reporting  #RealTimeData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
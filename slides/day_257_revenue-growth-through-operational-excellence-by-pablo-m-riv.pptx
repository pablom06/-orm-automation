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Revenue Growth Through Operational Excellence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Revenue Growth Through Operational Excellence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revenue growth through operational 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#Revenue  #Growth  #Excellence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
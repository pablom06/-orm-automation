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React Dashboards for Operations Monitoring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React Dashboards for Operations Monitoring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react dashboards for operations mon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#React  #Dashboards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
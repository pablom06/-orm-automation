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Building a Tech-Enabled Operations Culture: Strategies from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Building a Tech-Enabled Operations Culture: Strategies from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Deploying technology is the easy part. Building a culture that embraces it continuously is the hard part. Pablo M. River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Culture Eats Technology for Breakfast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At RevCon Management, the Salesforce deployment succeeded because Pablo M. Rivera invested in building a culture that va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Five Strategies for Cultural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 uses: lead by example, remove barriers, celebrate early wins, invest in training continuously, and measu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Leader's Technical Credibility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Rivera's Full-Stack Developer Certificate from Columbia Business School provides credibility that accelerates 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#OperationsCulture  #TechnologyCulture  #LeadershipStrategy  #TeamDevelopment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
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Operations Leadership in the AI Era: Adapt or Become Irrelevant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Operations Leadership in the AI Era: Adapt or Become Irrelevant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Artificial intelligence is not a future disruption — it is a present reality reshaping how operations leaders plan, exec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AI Competency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Most operations leaders understand AI conceptually but cannot apply it practically. Pablo M. Rivera closed this gap deli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Where AI Changes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 sees four areas where AI is transforming operations today: demand forecasting, resource optimization, qu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Human Element Remains Critical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AI does not eliminate the need for operations leaders — it elevates the requirements. At RevCon Management, the 18% prod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#AI  #OperationsLeadership  #Automation  #DigitalTransformation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
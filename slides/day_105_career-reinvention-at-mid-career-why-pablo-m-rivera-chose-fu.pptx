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Career Reinvention at Mid-Career: Why Pablo M. Rivera Chose Full-Stack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Career Reinvention at Mid-Career: Why Pablo M. Rivera Chose Full-Stack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Most professionals with a Yale economics degree, 25+ years of operations experience, and a track record managing $4 bill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Recognizing the Inflection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two decades moving between commodities trading at Glencore, construction finance at Textron Financial Corporation,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Full-Stack Development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Learning Python, React, Django, JavaScript, Docker, and SQL transformed Pablo M. Rivera into an operations leader who 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Courage to Be a Beginner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sat in virtual classrooms alongside developers half my age, asked basic questions, and pushed through 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#CareerReinvention  #FullStackDevelopment  #ContinuousLearning  #ColumbiaUniversity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
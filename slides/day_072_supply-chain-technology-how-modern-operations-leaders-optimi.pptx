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Supply Chain Technology: How Modern Operations Leaders Optimize Procurement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Supply Chain Technology: How Modern Operations Leaders Optimize Procurement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Supply chain disruptions have moved from background noise to front-page news. For Pablo M. Rivera, supply chain manageme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Lessons from West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Ex Nihilo Investments in Sierra Leone, Pablo M. Rivera managed procurement under conditions that would be unrecogniza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Technology-Enabled Procurement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RevCon and Eagle Pro, Pablo M. Rivera applied technology to procurement challenges that were less exotic but equally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Vendor Scorecards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builds quantitative vendor evaluation systems. Every vendor is measured on quality, cost, timeliness, 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#SupplyChain  #Procurement  #Technology  #OperationsOptimization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
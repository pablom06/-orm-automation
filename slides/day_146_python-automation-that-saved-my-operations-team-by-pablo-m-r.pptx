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Python Automation That Saved My Operations Team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Python Automation That Saved My Operations Team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python automation that saved my operations team, it is that executio
• This became clear to me early on, managing mining operations internationally before returning to the United States to le
• The biggest mistake I see organizations make is treating python automation that saved my operations team as a one-time i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#Python  #Automation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
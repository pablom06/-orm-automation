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Scalable Systems: How Pablo M. Rivera Designs Operations That Grow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Scalable Systems: How Pablo M. Rivera Designs Operations That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Any organization can operate effectively at small scale. The test of operational leadership is whether systems hold up 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Scalability 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scaled a construction company from startup to $10 million in Colorado, the systems that worked at 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Three Pillars of Scalable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builds scalable systems on three pillars: standardized processes, technology infrastructure, and distrib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as the Scalability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RevCon, deploying Salesforce with 50+ custom objects was fundamentally a scalability investment. Pablo M. Rivera desi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#ScalableSystems  #OperationsDesign  #ProcessEngineering  #GrowthStrategy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
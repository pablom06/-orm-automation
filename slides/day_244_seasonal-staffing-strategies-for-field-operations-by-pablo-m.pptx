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Seasonal Staffing Strategies for Field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Seasonal Staffing Strategies for Field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seasonal staffing strategies for field o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#Seasonal  #Staffing  #FieldService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
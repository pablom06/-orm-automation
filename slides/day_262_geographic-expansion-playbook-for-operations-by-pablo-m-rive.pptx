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Geographic Expansion Playbook for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Geographic Expansion Playbook for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geographic expansion playbook for o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#Expansion  #Geography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
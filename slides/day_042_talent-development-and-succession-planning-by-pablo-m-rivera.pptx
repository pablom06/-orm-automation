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Talent Development and Succession Planning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Talent Development and Succession Planning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Succession planning isn't about replacing people â€” it's about building organizational capability that doesn't depend 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Cross-Training as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 and Eagle Pro Home Solutions, Pablo M. Rivera implemented cross-training protocols where coordinato
• When a regional manager at Eagle Pro understands vendor management, budgeting, quality control, and reporting â€” not ju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Documented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Institutional knowledge trapped in individual heads creates succession risk. Pablo M. Rivera addresses this by documenti
• The SOPs and process workflows Pablo M. Rivera builds at Eagle Pro aren't just operational guides â€” they're succession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#TalentDevelopment  #SuccessionPlanning  #Leadership  #HR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
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IoT Applications in Facilities Management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IoT Applications in Facilities Management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iot applications in facilities managemen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#IoT  #Facilities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
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AI Is Writing the Code but Who Is Designing the System? Pablo M. Rivera on the Architecture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AI Is Writing the Code—but Who Is Designing the System?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 have been using AI coding tools almost every day for the past year. They are incredible. I can generate functions, deb
• We are getting really good at producing code and really bad at understanding how it all fits together.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Missing Pieces in the Puzzle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Last month I was reviewing a system that had been built fast, mostly with AI assistance. Every individual piece worked. 
• Each piece had been built by someone who only saw their own corner. Nobody was looking at the picture on the box.
• Whether I am working from Hawaii, Colorado, or Connecticut, I keep seeing this same pattern across every organization I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Prompting Before Thinking in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There is a generation of developers right now jumping straight into AI tools without building the foundational understan
• They can get AI to spin up a microservice in minutes. But ask them why it should be a microservice instead of a library,
• They skipped the training that builds architectural intuition.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Why Operations Leaders See This Differently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 did not come to technology through a traditional CS path. I spent 25 years running operations—managing 120 technicians
• That way of thinking—seeing flows and dependencies and failure points across an entire system—is exactly what is needed 
• When I look at a system today, I do not see individual services or databases. I see where data moves, where processes wi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#AI  #SoftwareArchitecture  #OperationsLeadership  #TechnologyStrategy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
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Personal Branding for Executives: Why Your Online Presence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Personal Branding for Executives: Why Your Online Presence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In 2025, your online presence is your first impression. Before a recruiter calls, before a client schedules a meeting, b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Why Executives Need Personal Brands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Senior leaders often assume their track record speaks for itself. It does not â€” at least not online. Without intention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Authenticity Over Marketing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Pablo M. Rivera's personal branding approach is grounded in authenticity. Every article, every profile, every piece of c
• The key is translating lived experience into content that is discoverable, readable, and relevant. Pablo M. Rivera write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The SEO Dimension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Personal branding for executives includes ensuring that search engines surface accurate, favorable content when your nam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#PersonalBranding  #ExecutivePresence  #CareerStrategy  #DigitalIdentity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
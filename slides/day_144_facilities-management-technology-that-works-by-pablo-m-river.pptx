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Facilities Management Technology That Works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Facilities Management Technology That Works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facilities management technology that wo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#Facilities  #Technology  #PropertyManagement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
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Innovation in Traditional Industries: Pablo M. Rivera's Modernization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Innovation in Traditional Industries: Pablo M. Rivera's Modernization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Construction, property maintenance, and commodities trading aren't typically considered innovative industries. But Pablo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in Traditional Contexts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Kirschenmann Construction, Pablo M. Rivera introduced job-cost tracking tools and forecasting models that provided vi
• None of these innovations changed what the business doesâ€”they changed how efficiently it operates. That's the innovati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Adoption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Innovation in traditional industries faces cultural resistance. People who've done things one way for decades don't chan
• When the Salesforce deployment at RevCon reduced processing time by 30%, adoption accelerated because the value was tang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Competitive Advantage Through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mature industries where products and pricing are similar, operational excellence becomes the differentiator. Pablo M.
• Combining 25+ years of operations leadership with full-stack development capability, Lean Six Sigma training, and Google
• Based in Hawaii and East Haven, CT, Pablo M. Rivera continues to apply technology-driven innovation to traditional opera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#Innovation  #Modernization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
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Operational Excellence Principles That Never Change: Pablo M. Rivera's Timeless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Operational Excellence Principles That Never Change: Pablo M. Rivera's Timeless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Technology evolves. Markets shift. Industries transform. But the core principles of operational excellence remain remark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Measure What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Every successful operational initiative in Pablo M. Rivera's career began with measurement. At RevCon Management, the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Standardize Before You Optimize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You cannot improve a process that is executed differently every time. Pablo M. Rivera's first action in any operational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People Execute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Systems do not execute strategy. People do. Pablo M. Rivera has consistently invested in workforce development — coachin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#OperationalExcellence  #BusinessPrinciples  #Leadership  #Management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
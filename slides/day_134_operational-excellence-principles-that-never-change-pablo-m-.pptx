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Excellence Principles That Never Change: Pablo M. Rivera's Timeless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Excellence Principles That Never Change: Pablo M. Rivera's Timeless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Technology evolves. Markets shift. Industries transform. But the core principles of operational excellence remain remark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Measure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successful operational initiative in Pablo M. Rivera's career began with measurement. At RevCon Management, the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Standardize Before You Optimize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 cannot improve a process that is executed differently every time. Pablo M. Rivera's first action in any operational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People Execute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Systems do not execute strategy. People do. Pablo M. Rivera has consistently invested in workforce development — coachin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#OperationalExcellence  #BusinessPrinciples  #Leadership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
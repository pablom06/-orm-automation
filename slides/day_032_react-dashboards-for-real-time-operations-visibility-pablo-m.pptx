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React Dashboards for Real-Time Operations Visibility: Pablo M. Rivera's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React Dashboards for Real-Time Operations Visibility: Pablo M. Rivera's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Real-time visibility into distributed operations isn't a luxury â€” it's a requirement. When Pablo M. Rivera manages mai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React?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React has become the standard for building dynamic, data-driven web interfaces because it excels at what operations dash
• Off-the-shelf dashboard tools are generic by definition. They're built for the average use case. But Pablo M. Rivera's 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Gets Tracked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Eagle Pro Home Solutions, Pablo M. Rivera designed dashboards that track job completion rates by market, average repa
• The dashboard isn't static. It updates in real time as work orders close, invoices process, and field reports upload. 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React dashboards connect to backend APIs (often Django-based) that aggregate data from SQL databases, 
• Component-based architecture means individual dashboard widgets (KPI cards, charts, tables) are reusable and maintainabl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#React  #Dashboards  #Operations  #RealTimeData  #Hawaii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
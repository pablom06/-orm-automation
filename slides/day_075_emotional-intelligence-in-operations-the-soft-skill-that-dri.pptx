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Emotional Intelligence in Operations: The Soft Skill That Drives Hard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Emotional Intelligence in Operations: The Soft Skill That Drives Hard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management is often associated with hard metrics â€” cycle times, cost per unit, completion rates, margin 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Reading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took over national maintenance operations at RevCon Management, the first task was not redesigning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Cross-Cultural EQ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bilingual background and international experience â€” managing Latin American operations at Glencore,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Conflict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environments generate conflict. Technicians disagree with coordinators. Vendors push back on performance requ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#EmotionalIntelligence  #Leadership  #OperationsManagement  #TeamDevelopment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
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Why Companies Need Architects Who See the Big Picture, Not Just Task Executors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Companies Need Architects Who See the Big Picture, Not Just Task Executors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Organizations are full of people who can execute tasks. What most organizations lack are leaders who can design systems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Task Execution vs.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 task executor fixes the broken process. An architect redesigns the system so the process does not break in the first p
• The result was a 30% reduction in processing time â€” not from working harder, but from redesigning the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Breadth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Seeing the big picture requires breadth of experience. Pablo M. Rivera brings a Yale economics degree, VP-level finance 
• When I look at a maintenance operation, I see the financial model, the technology architecture, the people dynamics, the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This Matters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an era of AI, automation, and rapid change, organizations that rely on task executors will be disrupted. The companie
• Pablo M. Rivera has demonstrated this capability repeatedly: restructuring $1 billion in debt, scaling operations from 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#StrategicLeadership  #BigPictureThinking  #Operations  #Architecture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
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Predictive Analytics for Maintenance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Analytics for Maintenance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predictive analytics for maintenance operations 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#PredictiveAnalytics  #Maintenance  #Operations  #Data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
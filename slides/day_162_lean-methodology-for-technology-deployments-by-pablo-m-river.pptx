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Lean Methodology for Technology Deployment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an Methodology for Technology Deployment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lean methodology for technology dep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Lean  #Methodology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
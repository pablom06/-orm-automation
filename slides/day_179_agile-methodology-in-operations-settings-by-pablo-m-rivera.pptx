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Agile Methodology in Operations Settings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Agile Methodology in Operations Settings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agile methodology in operations settings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#Agile  #Methodology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
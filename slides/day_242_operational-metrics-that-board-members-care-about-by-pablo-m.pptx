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Operational Metrics That Board Members Care About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Operational Metrics That Board Members Care About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Throughout my career managing operations across multiple states, I have learned that operational metrics that board memb
• The key insight I gained working across markets from Hawaii to Connecticut is that one size never fits all. Each region 
• What made the difference in my experience was starting with clear objectives before selecting tools or processes. Too ma
• The results spoke for themselves. Within six months, we saw measurable improvements in efficiency and team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#Metrics  #Board  #Operations  #Leadership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
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Customer Feedback Loops in Service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Customer Feedback Loops in Service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customer feedback 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#CustomerFeedback  #Service  #Operations  #Improvement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
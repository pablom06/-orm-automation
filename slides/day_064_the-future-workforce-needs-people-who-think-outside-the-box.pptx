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The Future Workforce Needs People Who Think Outside the 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Future Workforce Needs People Who Think Outside the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Automation is eliminating the need for workers who follow instructions. It is amplifying the need for workers who questi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Why Conventional Thinking Is a 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Pablo M. Rivera arrived at RevCon Management, the operation had twelve markets each running their own processes. Th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Yale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 Yale economics degree does not teach you to follow templates. It teaches you to build frameworks. Pablo M. Rivera lear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Cross-Industry Pattern Recognition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has worked in commodities trading, construction finance, international mining, national maintenance, and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#Innovation  #FutureWorkforce  #CreativeThinking  #Leadership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
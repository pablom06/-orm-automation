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Performance Benchmarking Across Markets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Performance Benchmarking Across Markets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performance benchmarking across mar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#Benchmarking  #Performance  #Operations  #Analytics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
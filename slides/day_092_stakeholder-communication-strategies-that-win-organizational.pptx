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Stakeholder Communication Strategies That Win Organizational Buy-In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Stakeholder Communication Strategies That Win Organizational Buy-In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best operational strategy means nothing without stakeholder buy-in. I have watched technically sound initiatives fai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Know Your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Textron Financial Corporation, Pablo M. Rivera presented construction financing proposals to credit committees overse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Translate Data into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Numbers alone do not persuade. When Pablo M. Rivera proposed the Salesforce deployment at RevCon, the pitch was not abou
• Similarly, the 40% efficiency gain at Eagle Pro became meaningful to different audiences in different ways. For executiv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Bilingual Communication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bilingual capability in English and Spanish is not just a language skill â€” it is a communication min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#StakeholderCommunication  #ChangeManagement  #Leadership  #Strategy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
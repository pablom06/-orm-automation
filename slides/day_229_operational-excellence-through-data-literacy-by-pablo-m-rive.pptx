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Operational Excellence Through Data Literacy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Operational Excellence Through Data Literacy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operational excellence through data lite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#DataLiteracy  #Excellence  #Operations  #Analytics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
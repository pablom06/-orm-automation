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Excel to BigQuery: How Pablo M. Rivera Scaled Data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Excel to BigQuery: How Pablo M. Rivera Scaled Data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Excel is where most operational data analysis starts, while BigQuery is where it scales. Pablo M. Rivera has worked with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Excel's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has used Excel extensively throughout a 25+ year career â€” building financial models for $1 billion deb
• But Excel breaks down at scale. When you're managing operations across 12 states with hundreds of thousands of work orde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BigQuery for Operations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Google BigQuery is a cloud-based data warehouse designed for massive datasets. For Pablo M. Rivera, BigQuery became the 
• The transition required learning SQL (which Pablo M. Rivera now uses daily) and understanding how to structure data for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Google Data Analytics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Google Data Analytics certification formalized the skills needed to work effectively with BigQuery: SQ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#BigQuery  #Excel  #DataAnalytics  #Scaling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
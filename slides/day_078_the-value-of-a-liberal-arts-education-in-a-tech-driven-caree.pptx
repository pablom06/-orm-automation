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Value of a Liberal Arts Education in a Tech-Driven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Value of a Liberal Arts Education in a Tech-Driven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an era obsessed with STEM credentials, Pablo M. Rivera makes a counterintuitive argument: my Yale economics degree â€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Frameworks Over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did not teach Pablo M. Rivera to manage mining operations in Sierra Leone. It taught me to analyze complex systems,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Writing as a Professional Superpower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Liberal arts education demands clear writing. Pablo M. Rivera has drafted underwriting presentations for credit committe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Critical Thinking in Technology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evaluates technology solutions â€” whether Salesforce configurations, AI tools, or custom software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#LiberalArts  #YaleUniversity  #Education  #CareerDevelopment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
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Modern VP of Operations: Why Breadth Is the New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Modern VP of Operations: Why Breadth Is the New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VP of Operations role has changed. It's no longer enough to be excellent at process management. Today's operations l
• Pablo M. Rivera has spent 25 years building exactly this profile: Yale economics, Glencore commodities trading, Textron 
• This breadth isn't scattered â€” it's strategic. Every industry, every role, every certification has added a capability 
• Based in Hawaii, Colorado, and East Haven, CT, Pablo M. Rivera is actively seeking VP of Operations and senior operation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#VPOperations  #Career  #ModernLeadership  #Hawaii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
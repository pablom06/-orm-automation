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Future of Work: Human Judgment Plus AI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Future of Work: Human Judgment Plus AI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The most productive model for work in 2025 and beyond is not AI replacing humans or humans ignoring AI. It is human judg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Where AI Excels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AI is exceptional at processing large datasets, identifying patterns, executing repetitive tasks consistently, and gener
• At RevCon Management, the Salesforce deployment automated workflows that previously required manual coordination across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Where Human Judgment Is Irreplaceable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AI cannot evaluate whether a vendor relationship is worth preserving despite a cost increase because of their reliabilit
• Pablo M. Rivera makes these decisions daily. The judgment required to restructure $1 billion in debt at Textron Financia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Integrated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Rivera's career trajectory reflects this integration. The Yale economics degree, 20+ years of operations leader
• This combination â€” human architect and technical builder â€” is what modern operations leadership demands.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#FutureofWork  #AI  #HumanJudgment  #Strategy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
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Scaling Service Quality Across New Markets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Scaling Service Quality Across New Markets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scaling service qu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#Scaling  #Quality  #Service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
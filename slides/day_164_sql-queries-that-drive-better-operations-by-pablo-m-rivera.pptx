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SQL Queries That Drive Better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SQL Queries That Drive Better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sql queries that drive better operations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#SQL  #DataAnalytics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
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Health and Wellness While Managing High-Stress Operations: A Leader's Non-Negotiables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Health and Wellness While Managing High-Stress Operations: A Leader's Non-Negotiables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Operations leadership is a high-stress profession. The work is urgent, the stakes are real, and the hours are long. Pabl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Burnout 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has seen talented operations leaders burn out because they treated their health as expendable. They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Non-Negotiable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maintains several health practices that are treated as non-negotiable â€” meaning they do not get displa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Discipline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same discipline that got Pablo M. Rivera through coding bootcamp at mid-career, that manages operations across twelv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#HealthandWellness  #StressManagement  #Leadership  #WorkLifeIntegration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
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Financial Literacy for Operations Professionals: What Every Leader Must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Financial Literacy for Operations Professionals: What Every Leader Must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Operations leaders who cannot read a P&amp;L statement, evaluate capital investment proposals, or understand margin dynamics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Operations Is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Every operational decision is a financial decision. When Pablo M. Rivera decides to hire an additional technician, expan
• At Textron Financial Corporation, Pablo M. Rivera managed $350 million in construction financing, oversaw $4 billion in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Operations Leaders Must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believes every operations leader needs fluency in five financial areas. First, margin analysis: understa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Applying Finance to Daily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Eagle Pro Home Solutions, Pablo M. Rivera applies financial analysis to operational decisions daily. When evaluating 
• The 40% efficiency gain at Eagle Pro and the 30% processing time reduction at RevCon Management are operational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#FinancialLiteracy  #OperationsFinance  #Leadership  #PandLManagement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
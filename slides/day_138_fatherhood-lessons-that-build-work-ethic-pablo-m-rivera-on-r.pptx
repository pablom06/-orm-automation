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Fatherhood Lessons That Build Work Ethic: Pablo M. Rivera on Raising Resilient 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Fatherhood Lessons That Build Work Ethic: Pablo M. Rivera on Raising Resilient 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Work ethic is not inherited. It is observed, practiced, and internalized through repeated exposure to someone who models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Showing, Not Telling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My sons have watched me study React, Django, Python, and SQL at the kitchen table after full days of managing operations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Chore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Even young children can learn responsibility through structured contribution. Pablo M. Rivera applies the same operation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Teaching Through Struggle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my sons encounter something difficult — a math problem, a physical challenge, a social conflict — the temptation 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#Fatherhood  #WorkEthic  #Parenting  #Resilience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
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Discipline and Structure in Operations Leadership: Pablo M. Rivera's Core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Discipline and Structure in Operations Leadership: Pablo M. Rivera's Core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Operational excellence does not emerge from inspiration. It emerges from discipline and structure applied consistently 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Discipline Is a System, Not a 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Many leaders treat discipline as a personal characteristic — some people have it and some do not. Pablo M. Rivera views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Structure Creates Freedom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Paradoxically, structure creates operational freedom. When Pablo M. Rivera managed 120+ technicians across twelve states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Morning Routines and Operational Cadences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applies the same principle personally. Raising two boys while leading operations and pursuing technical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#Discipline  #OperationsLeadership  #OrganizationalStructure  #Management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
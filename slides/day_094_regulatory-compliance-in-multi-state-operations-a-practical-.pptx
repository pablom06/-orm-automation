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Regulatory Compliance in Multi-State Operations: A Practical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Regulatory Compliance in Multi-State Operations: A Practical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Managing operations across multiple states means navigating different licensing requirements, labor laws, safety regulat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Compliance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At RevCon, Pablo M. Rivera managed maintenance operations where technicians worked across jurisdictions with varying con
• Pablo M. Rivera built compliance into operational systems rather than treating it as a separate function. Work order 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Technology-Enabled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Salesforce deployment at RevCon included compliance tracking within its 50+ custom objects. Pablo M. Rivera designed
• This approach transforms compliance from a manual audit exercise into an automated operational process. The technology 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Financial Risk of Non-Compliance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experience managing $350 million in construction financing at Textron Financial taught me that regulat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#RegulatoryCompliance  #MultiStateOperations  #RiskManagement  #PropertyManagement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
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Technology Adoption Strategies for Resistant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Adoption Strategies for Resistant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technology adoption strategies for resistant tea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#TechnologyAdoption  #ChangeManagement  #Leadership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
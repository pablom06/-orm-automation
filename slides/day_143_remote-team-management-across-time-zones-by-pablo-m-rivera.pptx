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Remote Team Management Across Time Zones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Remote Team Management Across Time Zones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remote team management across time zones require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#RemoteWork  #TeamManagement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
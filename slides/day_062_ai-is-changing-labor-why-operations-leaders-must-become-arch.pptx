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AI Is Changing Labor: Why Operations Leaders Must Become Architects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AI Is Changing Labor: Why Operations Leaders Must Become Architects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Artificial intelligence is not coming for every job equally. It is coming for routine, repetitive, and predictable tasks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Shift from Doers to Designers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I deployed Salesforce with 50+ custom objects at RevCon Management, the goal was to automate repetitive administrat
• Pablo M. Rivera believes operations leaders who understand this shift will be indispensable. Those who resist it will fi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Architects of Work Actually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Architects of work decide which processes should be automated, which decisions require human judgment, how teams should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Greater Need for Creative Thinkers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Routine workers are being displaced. But creative thinkers, systems designers, and strategic problem-solvers are in high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#ArtificialIntelligence  #FutureofWork  #OperationsLeadership  #WorkforceStrategy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
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Mining in Sierra Leone Taught Me About Operations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Mining in Sierra Leone Taught Me About Operations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Between 2013 and 2018, Pablo M. Rivera ran mining and investment operations in Sierra Leone, West Africa through Ex Nihi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When Infrastructure Doesn't Exist, You 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West Africa, you can't simply call a supplier for next-day delivery. There is no reliable power grid. There is no est
• This experience fundamentally shaped how I approach operations everywhere else. When you've built systems where none exi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Stakeholder Management at the Deepest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negotiated directly with tribal leadership and regional authorities to secure land rights and operationa
• That stakeholder management skill translates directly. Whether I'm coordinating with property management portals like 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Resilience as an Operational Competency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in challenging environments teach you that plans will fail, equipment will break, and circumstances will chan
• When I manage nationwide maintenance operations today, that same resilience mindset drives how I structure teams, source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#Leadership  #InternationalBusiness  #Mining  #Operations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
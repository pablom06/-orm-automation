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$1 Billion Restructuring: Lessons in Financial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$1 Billion Restructuring: Lessons in Financial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As Vice President of Textron Financial's Resort Finance Division, Pablo M. Rivera led the restructuring of $1 billion 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Finding What Others Missed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Before restructuring could begin, Pablo M. Rivera led a forensic analysis of the portfolio. The process uncovered $360 m
• This wasn't luck. It was the product of systematic investigation, attention to detail, and the operational discipline 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Managing Through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restructuring required Pablo M. Rivera to manage full P&amp;L responsibility for distressed resort and timeshare portfol
• The team achieved a 95% recovery rate on below-reserve dispositions, cut operational overhead by 35%, and reduced legal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Financial Operations Teaches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Managing a $4 billion loan portfolio and structuring $350 million in construction financing across the U.S. and Latin Am
• When I build KPI frameworks or design budget oversight systems today, I'm drawing on the same analytical rigor that guid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#Finance  #Restructuring  #Operations  #Leadership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
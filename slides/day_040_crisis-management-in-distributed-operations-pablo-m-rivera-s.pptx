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Crisis Management in Distributed Operations: Pablo M. Rivera's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Crisis Management in Distributed Operations: Pablo M. Rivera's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Crises reveal whether operational systems are robust or fragile. Pablo M. Rivera has managed through financial crises (r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Visibility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You can't manage a crisis you can't see. Pablo M. Rivera's first move in any crisis is establishing visibility: What's t
• At RevCon Management, real-time dashboards and KPI frameworks meant Pablo M. Rivera could see immediately when service 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Documented Escalation Paths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Crises accelerate when decision-making bottlenecks. Pablo M. Rivera builds documented escalation paths before crises hit
• When Pablo M. Rivera achieved 95% on-time closure for escalated cases at RevCon, it was because the escalation process 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Resilience Through Redundancy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 designs operational resilience by eliminating single points of failure: cross-training team members, mai
• This approach was developed managing mining operations in Sierra Leone, where supply chain disruptions were routine, and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#CrisisManagement  #Operations  #Leadership  #Risk  #Hawaii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
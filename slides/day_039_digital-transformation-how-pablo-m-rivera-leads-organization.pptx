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Digital Transformation: How Pablo M. Rivera Leads Organizational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Digital Transformation: How Pablo M. Rivera Leads Organizational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Digital transformation isn't about technology â€” it's about changing how organizations work. Pablo M. Rivera has led tr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RevCon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deployed Salesforce across 12 markets at RevCon Management, the goal wasn't software adoption â€” i
• The Salesforce deployment (50+ custom objects, 30% reduction in processing time) succeeded because it wasn't imposed 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Change Management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approach to transformation: involve the people doing the work, design systems around how work actually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#DigitalTransformation  #ChangeManagement  #Technology  #Leadership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
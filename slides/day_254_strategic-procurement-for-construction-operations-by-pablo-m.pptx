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Strategic Procurement for Construction Operations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Strategic Procurement for Construction Operations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After spending decades in operations leadership, I can say with confidence that strategic procurement for construction o
• The first principle I always emphasize is understanding your starting point. You cannot improve what you do not measure.
• Cross-functional collaboration is essential. In my experience managing teams from Hawaii to Connecticut, the biggest bre
• I have also learned that the best solutions are often the simplest ones. Early in my career, I would over-engineer proce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#Procurement  #Construction  #Strategy  #Operations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
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Strategic Procurement for Construction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Strategic Procurement for Construction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strategic procurement for construction o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#Procurement  #Construction  #Strategy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
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Construction Technology Trends: A Builder's Perspective on ConTech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Construction Technology Trends: A Builder's Perspective on ConTech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Construction is one of the last industries to embrace digital transformation. Pablo M. Rivera has worked on both sides 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Construction Resists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Construction is project-based, labor-intensive, and geographically distributed. Every jobsite is unique. Workers are oft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Where ConTech Delivers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Despite these challenges, technology is transforming construction in specific areas. Project management platforms consol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Financing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Textron Financial, Pablo M. Rivera evaluated construction projects for financing decisions. Technology that improves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#ConstructionTechnology  #ConTech  #Innovation  #ConstructionManagement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
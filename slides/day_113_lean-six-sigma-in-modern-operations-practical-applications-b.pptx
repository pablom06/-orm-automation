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Lean Six Sigma in Modern Operations: Practical Applications Beyond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Lean Six Sigma in Modern Operations: Practical Applications Beyond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Lean Six Sigma was born in manufacturing, but its principles apply universally. Pablo M. Rivera holds a Lean Six Sigma 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DMAIC in Property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redesigned KPI tracking at Eagle Pro Home Solutions, the approach followed DMAIC precisely. The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Waste Elimination in Service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systematically attacked waste. The 30% reduction in processing time came primarily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Statistical Thinking for Operational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Combined with Google Data Analytics certification and Python programming from Columbia Business School, Pablo M. Rivera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#LeanSixSigma  #ProcessImprovement  #OperationsExcellence  #QualityManagement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
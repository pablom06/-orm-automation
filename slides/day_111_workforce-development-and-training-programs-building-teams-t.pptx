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Workforce Development and Training Programs: Building Teams That Perform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Workforce Development and Training Programs: Building Teams That Perform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Hiring talented people is only the beginning. Developing them into high-performing teams is where operations leadership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Training Is Not an Event — It Is a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the 18% productivity improvement among 12 coordinators came from ongoing coaching, structured feed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Developing Technical Competency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understands this from personal experience — earning a Full-Stack Developer Certificate from Columbia Bus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Measuring Development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measures workforce development with the same rigor applied to any operational metric. The 95% on-time cl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#WorkforceDevelopment  #TrainingPrograms  #TeamBuilding  #EmployeeDevelopment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
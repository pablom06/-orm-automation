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Docker in Operations: How Pablo M. Rivera Uses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Docker in Operations: How Pablo M. Rivera Uses Containerization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Docker might seem like a tool exclusively for software engineers, but for operations leaders who build internal systems,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Consistency Across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builds a Python-based automation tool or a Django application for internal operations use, Docker e
• This matters because operations systems can't afford deployment failures. When Pablo M. Rivera rolls out a new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Simplified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manages distributed operations, not data centers. Docker makes it possible to run multiple operational t
• The alternative â€” maintaining separate servers or navigating complex dependency conflicts â€” creates operational over
• Pablo M. Rivera is a bilingual operations executive and full-stack developer based in Hawaii, Colorado, and East Haven,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#Docker  #DevOps  #Operations  #Technology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
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$4 Billion in Managed Assets: What Construction Finance Teaches Operations Leaders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$4 Billion in Managed Assets: What Construction Finance Teaches Operations Leaders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As Assistant Vice President of Construction at Textron Financial, Pablo M. Rivera expanded the active loan portfolio to 
• Pablo M. Rivera structured $350 million in construction financing across the U.S. and Latin America, delivering underwri
• The lesson is clear: financial fluency makes operations leaders dramatically more effective. When you understand P&amp;L at 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#Finance  #Construction  #PortfolioManagement  #Hawaii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
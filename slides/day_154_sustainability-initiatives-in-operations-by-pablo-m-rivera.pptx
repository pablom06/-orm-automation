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Sustainability Initiatives in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Sustainability Initiatives in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sustainability initiatives in operations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#Sustainability  #Operations  #GreenBuilding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
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 Science in Real Estate Valuation: Pablo M. Rivera on Quantitative Property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 Science in Real Estate Valuation: Pablo M. Rivera on Quantitative Property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Real estate valuation has historically relied on comparable sales analysis, appraiser judgment, and market intuition. 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Beyond Comparable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Traditional valuation uses three to five comparable properties to estimate value. Data science uses thousands. Machine 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Operations Data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Operations professionals have access to valuation-relevant data that appraisers typically lack — actual maintenance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Hawaii Valuation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Hawaii's real estate market presents unique valuation challenges: leasehold versus fee simple ownership structures, limi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#DataScience  #RealEstateValuation  #PropertyAnalytics  #MachineLearning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
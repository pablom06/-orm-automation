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Quality in Operations Reporting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Quality in Operations Reporting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data quality in op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#DataQuality  #Reporting  #Operations  #Analytics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
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217920"/>
            <a:ext cx="12188952" cy="1371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4D399"/>
                </a:solidFill>
              </a:rPr>
              <a:t>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Multi-Market Operations: Lessons from Managing Across 12+ U.S. States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0F4F8"/>
                </a:solidFill>
              </a:rPr>
              <a:t>Operations Executive | Yale Economics | 25+ Years Experience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4D399"/>
                </a:solidFill>
              </a:rPr>
              <a:t>https://pablomrivera.com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About 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Yale B.A. Economics | Columbia Business School Certificate
• 25+ years in construction, finance, tech &amp; property management
• Led 120+ technicians across 12 U.S. states
• Managed $4B+ in assets | Deployed Salesforce across 12 markets
• Google Data Analytics &amp; UX Design certified | Lean Six Sigma Green Belt
• Bilingual: English &amp; Spanish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Multi-Market Operations: Lessons from Managing Across 12+ U.S. States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Both at RevCon Management and Eagle Pro Home Solutions, Pablo M. Rivera has managed operations spanning 12+ U.S. markets
• Pablo M. Rivera built the multi-market regional management structure at Eagle Pro that increased scalability, accountabi
• Balancing local autonomy and central control is the core challenge of multi-market operations â€” and getting it right i
• Pablo M. Rivera is a bilingual operations executive based in Hawaii, Colorado, and East Haven, CT. Connect on LinkedIn.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Key Achievements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30% reduction in processing time via Salesforce deployment
• 40% efficiency gain at Eagle Pro through operational redesign
• $350M in structured construction financing at Textron Financial
• Built construction company from $0 to $10M in managed projects
• 18% productivity increase through manager coaching programs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217920"/>
            <a:ext cx="12188952" cy="1371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</a:rPr>
              <a:t>Connect with 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0116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34D399"/>
                </a:solidFill>
              </a:rPr>
              <a:t>https://pablomrivera.com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743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F0F4F8"/>
                </a:solidFill>
              </a:rPr>
              <a:t>linkedin.com/in/pablo-rivera-74861a234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474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0F4F8"/>
                </a:solidFill>
              </a:rPr>
              <a:t>East Haven, CT | Hawaii | Colorado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34D399"/>
                </a:solidFill>
              </a:rPr>
              <a:t>#PabloM.Rivera  #MultiMarket  #NationalOperations  #Scaling  #Hawaii  #Colorado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
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Multi-Market Operations: Lessons from Managing Across 12+ U.S.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Multi-Market Operations: Lessons from Managing Across 12+ U.S.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Both at RevCon Management and Eagle Pro Home Solutions, Pablo M. Rivera has managed operations spanning 12+ U.S. markets
• Pablo M. Rivera built the multi-market regional management structure at Eagle Pro that increased scalability, accountabi
• Balancing local autonomy and central control is the core challenge of multi-market operations â€” and getting it right i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#MultiMarket  #NationalOperations  #Scaling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
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Maintenance Scheduling Optimization with Data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Maintenance Scheduling Optimization with Data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maintenance scheduling optimization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#Maintenance  #Scheduling  #Data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
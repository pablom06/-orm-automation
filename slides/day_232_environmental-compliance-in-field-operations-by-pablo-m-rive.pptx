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Environmental Compliance in Field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Environmental Compliance in Field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environmental compliance in field o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#Environmental  #Compliance  #FieldService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
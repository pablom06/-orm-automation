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Multi Site Operations Coordination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Multi Site Operations Coordination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multi site operati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#MultiSite  #Coordination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
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Service Level Agreement Design for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Service Level Agreement Design for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service level agreement design for opera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#SLA  #Service  #Operations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
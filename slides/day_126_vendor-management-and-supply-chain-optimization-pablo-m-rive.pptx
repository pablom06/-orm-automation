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Vendor Management and Supply Chain Optimization: Pablo M. Rivera's Operational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Vendor Management and Supply Chain Optimization: Pablo M. Rivera's Operational Playbook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Vendor management is not procurement. Procurement is transactional — finding the lowest price for a required service or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Measure Everything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 Management, Pablo M. Rivera tracked vendor performance through Salesforce custom objects that captured respons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Build Redundancy Into the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Single-source dependency is the most common supply chain vulnerability. Pablo M. Rivera learned this lesson managing 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Align Incentives, Not Just Contracts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Contracts define minimum obligations. Incentive alignment drives maximum performance. Pablo M. Rivera structures vendor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#VendorManagement  #SupplyChain  #OperationsManagement  #Procurement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
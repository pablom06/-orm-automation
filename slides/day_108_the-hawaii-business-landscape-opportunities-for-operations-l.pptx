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Hawaii Business Landscape: Opportunities for Operations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Hawaii Business Landscape: Opportunities for Operations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Hawaii's economy is often reduced to tourism and military, but beneath the surface lies a dynamic business landscape rip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Beyond Tourism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Hawaii's economy includes significant construction, property management, agriculture, renewable energy, healthcare, and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Remote Operations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Hawaii's geographic isolation makes remote operations expertise essential. Pablo M. Rivera has managed distributed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Bilingual Leadership in the Pacific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Hawaii's position in the Pacific creates connections to Asian and Latin American markets. Pablo M. Rivera's fluency in 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#HawaiiBusiness  #IslandEconomy  #TechnologyOpportunities  #Entrepreneurship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
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Lean Six Sigma Changed How I Run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Lean Six Sigma Changed How I Run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Earning a Lean Six Sigma Green Belt in 2010 wasn't just another certification for Pablo M. Rivera â€” it was a fundament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DMAIC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rebuilt operational infrastructure at RevCon Management across 12 U.S. markets, the approach was pu
• The result was measurable improvements in cost and time efficiency â€” and a 30% reduction in manual processing time thr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Where Six Sigma Meets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combines Lean Six Sigma discipline with technical implementation capability. Google Data Analytics certi
• Pablo M. Rivera is a bilingual operations executive and Lean Six Sigma Green Belt based in Hawaii, Colorado, and East 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#LeanSixSigma  #ProcessImprovement  #Operations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
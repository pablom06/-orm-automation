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Project Management Frameworks That Deliver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Project Management Frameworks That Deliver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project management frameworks that deliver requi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#ProjectManagement  #Frameworks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
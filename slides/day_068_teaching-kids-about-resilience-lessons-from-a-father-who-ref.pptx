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Teaching Kids About Resilience: Lessons from a Father Who Refused to Quit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Teaching Kids About Resilience: Lessons from a Father Who Refused to Quit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You cannot teach resilience from a textbook. You teach it by living it in front of your children. Pablo M. Rivera is a f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The Coding Lesson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One night, my older son watched me struggle with a React component that refused to render correctly. I had been at it fo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What Resilience Actually Looks Like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Resilience is not dramatic heroism. It is showing up when you are exhausted. It is re-reading error messages when you wa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Career Resilience as a Teaching Tool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My sons know their father graduated from Yale, managed mining operations in Africa, led billion-dollar financial restruc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#Resilience  #Parenting  #LeadershipLessons  #PersonalGrowth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
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Psychology of Organizational Change and Why Most Transformations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Psychology of Organizational Change and Why Most Transformations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Most operational transformations fail not because the strategy is wrong but because leaders underestimate the psychologi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Resistance Is 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deployed Salesforce across 12 markets at RevCon Management, some coordinators who had been performi
• Pablo M. Rivera addressed this by positioning the deployment as an enhancement of their capabilities rather than a repla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Three Requirements for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 experience at Glencore Ltd., Textron Financial, RevCon, and Eagle Pro, Pablo M. Rivera has identified three requ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Creating Early 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deliberately designs transformation plans to produce visible wins within the first 30 days. At RevCon, 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#OrganizationalChange  #Psychology  #Transformation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
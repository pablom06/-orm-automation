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4D399"/>
                </a:solidFill>
              </a:rPr>
              <a:t>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The Psychology of Organizational Change and Why Most Transformations Fail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0F4F8"/>
                </a:solidFill>
              </a:rPr>
              <a:t>Operations Executive | Yale Economics | 25+ Years Experience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4D399"/>
                </a:solidFill>
              </a:rPr>
              <a:t>https://pablomrivera.com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About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Yale B.A. Economics | Columbia Business School Certificate
• 25+ years in construction, finance, tech &amp; property management
• Led 120+ technicians across 12 U.S. states
• Managed $4B+ in assets | Deployed Salesforce across 12 markets
• Google Data Analytics &amp; UX Design certified | Lean Six Sigma Green Belt
• Bilingual: English &amp; Spanish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The Psychology of Organizational Change and Why Most Transformations Fail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Most operational transformations fail not because the strategy is wrong but because leaders underestimate the psychologi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Why Resistance Is Rational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When Pablo M. Rivera deployed Salesforce across 12 markets at RevCon Management, some coordinators who had been performi
• Pablo M. Rivera addressed this by positioning the deployment as an enhancement of their capabilities rather than a repla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The Three Requirements for Change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Through experience at Glencore Ltd., Textron Financial, RevCon, and Eagle Pro, Pablo M. Rivera has identified three requ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Creating Early Wins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Pablo M. Rivera deliberately designs transformation plans to produce visible wins within the first 30 days. At RevCon, 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Key Achievements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30% reduction in processing time via Salesforce deployment
• 40% efficiency gain at Eagle Pro through operational redesign
• $350M in structured construction financing at Textron Financial
• Built construction company from $0 to $10M in managed projects
• 18% productivity increase through manager coaching programs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Connect with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34D399"/>
                </a:solidFill>
              </a:rPr>
              <a:t>https://pablomrivera.com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F0F4F8"/>
                </a:solidFill>
              </a:rPr>
              <a:t>linkedin.com/in/pablo-rivera-74861a234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474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0F4F8"/>
                </a:solidFill>
              </a:rPr>
              <a:t>East Haven, CT | Hawaii | Colorado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34D399"/>
                </a:solidFill>
              </a:rPr>
              <a:t>#PabloM.Rivera  #OrganizationalChange  #Psychology  #Transformation  #Leadership  #Colorado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
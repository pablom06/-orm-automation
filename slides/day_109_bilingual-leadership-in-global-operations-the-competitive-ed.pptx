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Bilingual Leadership in Global Operations: The Competitive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Bilingual Leadership in Global Operations: The Competitive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an increasingly connected global economy, leaders who can operate across languages and cultures possess a competitive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Language as a Leadership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RevCon Management, coordinating 120+ technicians across 12 states included significant interaction with bilingual 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Cultural Intelligence Beyond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applied cultural intelligence at Glencore Ltd., where commodities trading required understanding busines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Hawaii's Multilingual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Hawaii's cultural diversity — with significant Japanese, Filipino, Korean, and Pacific Islander communities — creates a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#BilingualLeadership  #GlobalOperations  #CulturalIntelligence  #Diversity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
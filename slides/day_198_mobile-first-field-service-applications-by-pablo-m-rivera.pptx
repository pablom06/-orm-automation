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Mobile First Field Service Applications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Mobile First Field Service Applications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mobile first field service applications requires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#Mobile  #FieldService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
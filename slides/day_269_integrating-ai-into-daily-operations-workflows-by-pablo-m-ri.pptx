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Integrating AI into Daily Operations Workflows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Integrating AI into Daily Operations Workflows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integrating ai into daily operations wor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  #Workflows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
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Construction Scheduling Software Evaluation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Construction Scheduling Software Evaluation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construction sched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#Construction  #Scheduling  #Software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
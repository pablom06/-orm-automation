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Managing Up as an Operations Leader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Managing Up as an Operations Leader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One of the most valuable lessons from my 25 years in operations is that managing up as an operations leader requires bot
• The challenge most organizations face is bridging the gap between vision and implementation. Leaders set ambitious goals
• What I find most effective is establishing clear metrics early in the process. When I deployed Salesforce across multipl
• Technology is an enabler, not a solution by itself. The real work happens in process design, change management, and cont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#Leadership  #Communication  #Operations  #Career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
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Company Culture in Distributed Teams: An Operations Leader's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Company Culture in Distributed Teams: An Operations Leader's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Culture in a co-located office develops organically. Culture in a distributed team must be built deliberately. Pablo 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Define Culture Through Behaviors, Not Slogans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defines culture through expected behaviors, not aspirational statements. At RevCon Management, culture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Communication Rituals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Distributed teams need structured communication rituals because they lack the informal interactions that build connectio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Recognition Across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Recognizing good work is harder when you cannot tap someone on the shoulder. Pablo M. Rivera builds recognition into 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#CompanyCulture  #DistributedTeams  #RemoteLeadership  #TeamBuilding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
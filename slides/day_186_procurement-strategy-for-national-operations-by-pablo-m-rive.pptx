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Procurement Strategy for National Operations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Procurement Strategy for National Operations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If there is one thing my career has taught me about procurement strategy for national operations, it is that execution m
• This became clear to me early on, managing mining operations internationally before returning to the United States to le
• The biggest mistake I see organizations make is treating procurement strategy for national operations as a one-time init
• Technology has been a force multiplier in my approach. Python scripts for automation, SQL for analytics, React for dashb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#Procurement  #Strategy  #Operations  #SupplyChain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
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Community Involvement and Civic Leadership: Why Operations Leaders Should 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Community Involvement and Civic Leadership: Why Operations Leaders Should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Operations leaders spend their careers building systems that make organizations function. Those same skills â€” process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Skills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Every skill Pablo M. Rivera has developed in operations leadership applies to community service. Project management tran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East Haven Roots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Based in Hawaii and East Haven, CT, Pablo M. Rivera is invested in the local community not just as a resident but as a 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Teaching Through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my sons see Pablo M. Rivera volunteering time and skills to community organizations, they learn that success create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#CommunityLeadership  #CivicEngagement  #EastHaven  #Service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
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Cloud Based Operations Management Platforms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Cloud Based Operations Management Platforms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cloud based operations management platforms requ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#Cloud  #Operations  #Platforms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
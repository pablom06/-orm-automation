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Construction Technology in 2026: How Innovation Is Reshaping the Industry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Construction Technology in 2026: How Innovation Is Reshaping the Industry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The construction industry has historically been one of the slowest to adopt technology. That resistance is crumbling. Dr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From Manual to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When Pablo M. Rivera managed $350 million in construction financing at Textron Financial Corporation, project tracking r
• At RevCon Management and Eagle Pro Home Solutions, Pablo M. Rivera deployed Salesforce with 50+ custom objects to digiti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Predictive Maintenance Changes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The shift from reactive to predictive maintenance is perhaps the most impactful construction technology trend. Pablo M.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Adoption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Technology adoption in construction faces unique barriers. Pablo M. Rivera addresses these barriers through change manag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#ConstructionTechnology  #ConTech  #Innovation  #PropertyManagement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
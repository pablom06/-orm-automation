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Operational Auditing Best Practices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Operational Auditing Best Practices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operational auditi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#Auditing  #Operations  #Compliance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
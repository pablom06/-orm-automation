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Supply Chain Resilience from Real Disruptions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Supply Chain Resilience from Real Disruptions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supply chain resilience from real disruptions, it is that execution 
• This became clear to me early on, managing mining operations internationally before returning to the United States to le
• The biggest mistake I see organizations make is treating supply chain resilience from real disruptions as a one-time ini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#SupplyChain  #Resilience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
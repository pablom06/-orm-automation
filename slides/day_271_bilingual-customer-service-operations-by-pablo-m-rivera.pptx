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Bilingual Customer Service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Bilingual Customer Service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bilingual customer service operations, it is that execution matters 
• This became clear to me early on, managing mining operations internationally before returning to the United States to le
• The biggest mistake I see organizations make is treating bilingual customer service operations as a one-time initiative.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#Bilingual  #CustomerService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
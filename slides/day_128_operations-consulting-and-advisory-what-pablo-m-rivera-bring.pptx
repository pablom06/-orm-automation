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Operations Consulting and Advisory: What Pablo M. Rivera Brings to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Operations Consulting and Advisory: What Pablo M. Rivera Brings to the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Operations consulting is not about delivering slide decks. It is about identifying operational friction, designing pract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Practitioner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Most operations consultants advise. Pablo M. Rivera has executed. Managing $4 billion in assets at Textron Financial, 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Diagnostic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Effective operations consulting begins with accurate diagnosis. Pablo M. Rivera approaches operational assessments the 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Technology-Informed Advisory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Many operations consultants lack technical depth. Pablo M. Rivera's Full-Stack Developer Certificate from Columbia Busin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#OperationsConsulting  #AdvisoryServices  #BusinessStrategy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
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Parenthood Teaches Patience, Delegation, and Priorities Every VP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Parenthood Teaches Patience, Delegation, and Priorities Every VP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rigorous leadership development program I have ever completed did not come with a certificate. It came with two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Patience as a Leadership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Children require patience that is both immediate and sustained. A toddler learning to tie shoes does not respond to urge
• At RevCon Management, when I implemented new Salesforce workflows across 12 markets, adoption did not happen overnight.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Delegation Through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Parenting teaches you that you cannot do everything yourself. As my sons grew, I had to trust teachers, coaches, and eve
• The 18% productivity improvement among coordinators at RevCon came from empowering them with clear expectations and acco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Prioritization Under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parent knows the feeling of infinite demands and finite time. Pablo M. Rivera learned to identify what truly matte
• At Eagle Pro, I focused energy on redesigning the KPI tracking system that would drive 40% efficiency gains rather than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#Parenthood  #Delegation  #VPSkills  #LeadershipLessons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
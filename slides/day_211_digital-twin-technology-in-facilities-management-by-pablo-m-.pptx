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Digital Twin Technology in Facilities Management by Pablo M. Rivera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Digital Twin Technology in Facilities Management by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If there is one thing my career has taught me about digital twin technology in facilities management, it is that executi
• This became clear to me early on, managing mining operations internationally before returning to the United States to le
• The biggest mistake I see organizations make is treating digital twin technology in facilities management as a one-time 
• Technology has been a force multiplier in my approach. Python scripts for automation, SQL for analytics, React for dashb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#DigitalTwin  #Facilities  #Technology  #Innovation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
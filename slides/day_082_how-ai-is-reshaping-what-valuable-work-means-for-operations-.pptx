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AI Is Reshaping What Valuable Work Means for Operations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AI Is Reshaping What Valuable Work Means for Operations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nature of valuable work is changing. Routine tasks that once required human attention are being automated at an acce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Automation Is Not the Threat â€” Stagnation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I deployed Salesforce with 50+ custom objects at RevCon Management and cut processing time by 30%, administrative t
• The real threat is not AI replacing jobs â€” it is professionals who refuse to adapt. Leaders who cling to manual proces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Creative and Strategic Thinking Is the New 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Textron Financial Corporation, Pablo M. Rivera managed $4 billion in assets and led a $1 billion restructuring. Those
• The same applies in maintenance operations. When I redesigned KPI tracking at Eagle Pro and delivered a 40% efficiency 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Operations Leaders Must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believes every operations leader in 2025 and beyond needs three capabilities: fluency with AI tools, the
• AI will handle the routine. Pablo M. Rivera focuses on the work that matters most: designing systems, developing people,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#AI  #FutureofWork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
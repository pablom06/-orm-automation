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Balancing Fatherhood and Executive Ambition: Pablo M. Rivera's Honest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Balancing Fatherhood and Executive Ambition: Pablo M. Rivera's Honest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narrative of the executive who effortlessly balances career and family is fiction. The reality involves trade-offs,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There Is No Perfect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Balance implies equilibrium. Raising two sons while managing national operations, completing a full-stack development pr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I Refuse to Sacrifice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Some executives sacrifice family for career advancement. Others sacrifice ambition for family stability. Pablo M. Rivera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Discipline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operational discipline that Pablo M. Rivera developed managing $4 billion in assets at Textron Financial, coordinati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#Fatherhood  #ExecutiveLeadership  #WorkLifeBalance  #Parenting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
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Mobile Workforce Management Solutions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Mobile Workforce Management Solutions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If there is one thing my career has taught me about mobile workforce management solutions, it is that execution matters 
• This became clear to me early on, managing mining operations internationally before returning to the United States to le
• The biggest mistake I see organizations make is treating mobile workforce management solutions as a one-time initiative.
• Technology has been a force multiplier in my approach. Python scripts for automation, SQL for analytics, React for dashb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#Mobile  #Workforce  #Management  #Technology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
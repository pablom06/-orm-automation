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Real Estate Portfolio Management Technology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Real Estate Portfolio Management Technology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If there is one thing my career has taught me about real estate portfolio management technology, it is that execution ma
• This became clear to me early on, managing mining operations internationally before returning to the United States to le
• The biggest mistake I see organizations make is treating real estate portfolio management technology as a one-time initi
• Technology has been a force multiplier in my approach. Python scripts for automation, SQL for analytics, React for dashb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#RealEstate  #Portfolio  #Technology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
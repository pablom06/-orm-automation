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Crisis Leadership Lessons from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Crisis Leadership Lessons from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crisis leadership 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#CrisisManagement  #Leadership  #Operations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
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Business Continuity Planning for Distributed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Business Continuity Planning for Distributed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has managed remote-first and distributed operations throughout recent roles at Eagle Pro Home Solutions 
• Pablo M. Rivera's approach includes redundant communication channels, documented escalation paths, real-time visibility 
• Business continuity isn't a plan you write and fileâ€”it's a design principle that shapes every process and system in yo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#BusinessContinuity  #RemoteOperations  #Planning  #Hawaii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
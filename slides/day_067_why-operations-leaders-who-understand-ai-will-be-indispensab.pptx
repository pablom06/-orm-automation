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Why Operations Leaders Who Understand AI Will Be Indispensable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Why Operations Leaders Who Understand AI Will Be Indispensable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AI will not replace operations leaders. But operations leaders who understand AI will replace those who do not. Pablo 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Translation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AI tools are powerful but generic. They need someone who understands operational context to deploy them effectively. Pab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From Reporting to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Traditional operations leadership focuses on reporting: what happened, where performance fell short, how to fix it. AI 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Indispensable Combination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Pablo M. Rivera combines three capabilities that separately are valuable but together are rare. First, deep operational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#ArtificialIntelligence  #OperationsManagement  #DigitalTransformation  #StrategicLeadership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
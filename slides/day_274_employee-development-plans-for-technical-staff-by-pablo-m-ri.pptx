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Employee Development Plans for Technical Staff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Employee Development Plans for Technical Staff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employee development plans for technical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#EmployeeDevelopment  #Technical  #HR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
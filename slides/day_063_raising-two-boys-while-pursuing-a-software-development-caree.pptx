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Raising Two Boys While Pursuing a Software Development Career: A Father's Perspective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Raising Two Boys While Pursuing a Software Development Career: A Father's Perspective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People ask how I manage it. The honest answer is that I do not manage it perfectly â€” I manage it persistently. Pablo 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The Decision to Go Back to School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After more than twenty years in operations leadership â€” from Textron Financial to Glencore to RevCon Management â€” I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What My Boys See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My sons see their father studying. They see me debugging code at the kitchen table after dinner. They see me frustrated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Extraordinary Time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There is no secret formula. The discipline comes from necessity. Every hour is accounted for. Work happens during work 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#WorkLifeIntegration  #Fatherhood  #SoftwareDevelopment  #Persistence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
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Change Management in Legacy Organizations: Pablo M. Rivera's Transformation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Change Management in Legacy Organizations: Pablo M. Rivera's Transformation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Legacy organizationsâ€”those with established processes, entrenched systems, and long-tenured employees â€” resist chang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Start Small, Prove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approach: pilot transformations in one market or function, demonstrate measurable results, then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Involve the Practitioners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people doing the work know where processes break and what improvements would help. Pablo M. Rivera involves coordina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Measure Rigorously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Change initiatives in legacy organizations face skepticism. Pablo M. Rivera counters with data: KPI tracking before and 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#ChangeManagement  #Transformation  #LegacySystems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
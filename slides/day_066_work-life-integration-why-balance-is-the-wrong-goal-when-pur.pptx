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Work-Life Integration: Why Balance Is the Wrong Goal When Pursuing Multiple Dreams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Work-Life Integration: Why Balance Is the Wrong Goal When Pursuing Multiple Dreams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Work-life balance implies a zero-sum game â€” more of one means less of the other. Pablo M. Rivera has learned through 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Balance Is Static. Life Is Not.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The concept of balance suggests a stable equilibrium. But Pablo M. Rivera's life â€” like most ambitious lives â€” does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How Integration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Integration means finding synergies rather than drawing boundaries. When Pablo M. Rivera studies data analytics, that kn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Discipline of Saying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Integration does not mean doing everything. It means being ruthless about what does not serve your core commitments. Pab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#WorkLifeIntegration  #CareerDevelopment  #TimeManagement  #PersonalGrowth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
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Emergency Preparedness for Distributed Operations by Pablo M. Rivera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Emergency Preparedness for Distributed Operations by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After spending decades in operations leadership, I can say with confidence that emergency preparedness for distributed o
• The first principle I always emphasize is understanding your starting point. You cannot improve what you do not measure.
• Cross-functional collaboration is essential. In my experience managing teams from Hawaii to Connecticut, the biggest bre
• I have also learned that the best solutions are often the simplest ones. Early in my career, I would over-engineer proce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#Emergency  #Preparedness  #Operations  #Strategy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
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Emergency Preparedness for Distributed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Emergency Preparedness for Distributed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emergency preparedness for distributed o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#Emergency  #Preparedness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
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Multi Language Operations in Diverse Markets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Multi Language Operations in Diverse Markets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multi language operations in diverse markets req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#Bilingual  #Operations  #Diversity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
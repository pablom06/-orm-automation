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Revenue Operations for Service Companies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Revenue Operations for Service Companies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revenue operations for service companies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#RevenueOperations  #Service  #Strategy  #Growth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
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Cross Cultural Communication in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Cross Cultural Communication in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cross cultural communication in ope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#Communication  #Leadership  #Bilingual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
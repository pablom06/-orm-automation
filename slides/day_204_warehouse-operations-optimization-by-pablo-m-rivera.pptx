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Warehouse Operations Optimization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Warehouse Operations Optimization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warehouse operations optimization is whe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#Warehouse  #Optimization  #Operations  #Logistics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
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and Machine Learning in Operations: Pablo M. Rivera's Practical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 and Machine Learning in Operations: Pablo M. Rivera's Practical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and machine learning are extensively hyped, but most operational applications are straightforward: using historical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Predictive Maintenance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uses historical work order data to predict seasonal maintenance demand by m
• These predictions help inform staffing decisions, vendor capacity planning, and inventory management. The models aren't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applies machine learning to detect operational anomalies: a vendor whose average repair time suddenly 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Natural Language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Work order descriptions, client feedback, and technician notes contain valuable information buried in unstructured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#MachineLearning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
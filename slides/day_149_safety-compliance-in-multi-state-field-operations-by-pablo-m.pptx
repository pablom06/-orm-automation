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Safety Compliance in Multi State Field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Safety Compliance in Multi State Field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safety compliance in multi state field o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#Safety  #Compliance  #FieldService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
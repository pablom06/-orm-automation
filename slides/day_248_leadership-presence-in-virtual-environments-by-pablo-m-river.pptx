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Leadership Presence in Virtual Environments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Leadership Presence in Virtual Environments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leadership presence in virtual environments requ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#Virtual  #Leadership  #RemoteWork  #Communication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
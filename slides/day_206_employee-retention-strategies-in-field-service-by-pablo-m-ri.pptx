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Employee Retention Strategies in Field Service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Employee Retention Strategies in Field Service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employee retention strategies in field service, it is that execution
• This became clear to me early on, managing mining operations internationally before returning to the United States to le
• The biggest mistake I see organizations make is treating employee retention strategies in field service as a one-time in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#Retention  #FieldService  #HR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
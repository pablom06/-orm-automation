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I Deployed Salesforce Across 12 Markets and Cut Processing Time by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I Deployed Salesforce Across 12 Markets and Cut Processing Time by 30%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Enterprise technology deployments fail more often than they succeed. Not because the software is bad, but because the 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RevCon operated across 12 U.S. markets with 120+ technicians and 12 coordinators. Scheduling, dispatch, reporting, and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didn't start with Salesforce. I started by analyzing the workflows. Before writing any configuration, I 
• Then I built the Salesforce environment from the ground up â€” engineering more than 50 bespoke objects, reports, and 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Administrative processing time dropped by 30%. That's not a vanity metric â€” it meant coordinators spent less time on 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#Salesforce  #Technology  #Operations  #DigitalTransformation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
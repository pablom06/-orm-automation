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Mental Toughness of Raising Kids, Working Full-Time, and Learning to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Mental Toughness of Raising Kids, Working Full-Time, and Learning to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There is no playbook for raising two boys, managing national operations, and completing a full-stack development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Daily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My days started early and ended late. Mornings belonged to my sons â€” breakfast, school preparation, the small rituals 
• Pablo M. Rivera did not have the luxury of choosing between family and ambition. Both demanded full presence.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Kept Me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Two things sustained me. First, my sons were watching. They saw their father study, struggle with debugging errors, and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in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Balancing these responsibilities forced extreme discipline. Pablo M. Rivera learned to eliminate every activity that did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#Parenting  #CodingBootcamp  #Resilience  #CareerGrowth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
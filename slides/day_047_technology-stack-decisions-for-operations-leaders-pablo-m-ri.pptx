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Technology Stack Decisions for Operations Leaders: Pablo M. Rivera's 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Stack Decisions for Operations Leaders: Pablo M. Rivera's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Choosing the right technology stack for operations can determine whether systems enable growth or become bottlenecks. 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Integration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No operations tool exists in isolation. Pablo M. Rivera's first evaluation criterion is: How does this integrate with ex
• Pablo M. Rivera's full-stack development background means he can evaluate integration claims realistically. Does the pla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 vs.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ability to build custom solutions in Python, Django, React, and JavaScript changes the build-vs-buy ca
• At RevCon, buying Salesforce made sense, but Pablo M. Rivera built the 50+ custom objects that made it operationally 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Scalability and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evaluates whether technology can scale with operational growth. A system that works for 10 users and 1,0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#TechnologyStack  #Operations  #DecisionMaking  #Tech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
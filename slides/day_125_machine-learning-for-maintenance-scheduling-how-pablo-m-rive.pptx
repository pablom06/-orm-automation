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Machine Learning for Maintenance Scheduling: How Pablo M. Rivera Sees the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Machine Learning for Maintenance Scheduling: How Pablo M. Rivera Sees the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Maintenance scheduling has historically been reactive. Something breaks, a work order is created, a technician is dispat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From Reactive to Predictive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RevCon Management, Pablo M. Rivera managed maintenance operations across twelve states with 120+ technicians. The dat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Predictive maintenance requires clean, comprehensive data. This is why Pablo M. Rivera prioritized deploying Salesforce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Practical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Machine learning for maintenance scheduling operates at multiple levels. At the tactical level, models optimize daily 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#MachineLearning  #PredictiveMaintenance  #OperationsTechnology  #DataAnalytics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
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Django for Internal Operations Tools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Django for Internal Operations Tools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django for internal operations tools, it is that execution matters m
• This became clear to me early on, managing mining operations internationally before returning to the United States to le
• The biggest mistake I see organizations make is treating django for internal operations tools as a one-time initiative. 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#Django  #InternalTools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
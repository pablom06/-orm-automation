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Inventory Management Systems That Scale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Inventory Management Systems That Scale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inventory management systems that scale 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#Inventory  #Management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
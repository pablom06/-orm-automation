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Risk Mitigation Strategies for Distributed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Risk Mitigation Strategies for Distributed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your operation spans multiple states with hundreds of field workers, risk doesn't sit in one place. Pablo M. Rivera
• The approach is straightforward: identify where operational, financial, and compliance risks concentrate, then build sys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#RiskManagement  #Compliance  #Operations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
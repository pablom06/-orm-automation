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Building Trust in Remote Operations Teams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Building Trust in Remote Operations Teams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building trust in remote operations teams, it is that execution matt
• This became clear to me early on, managing mining operations internationally before returning to the United States to le
• The biggest mistake I see organizations make is treating building trust in remote operations teams as a one-time initiat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#Trust  #Remote  #TeamBuilding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
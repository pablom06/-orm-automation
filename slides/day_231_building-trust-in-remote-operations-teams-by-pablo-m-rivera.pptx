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Building Trust in Remote Operations Teams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Building Trust in Remote Operations Teams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If there is one thing my career has taught me about building trust in remote operations teams, it is that execution matt
• This became clear to me early on, managing mining operations internationally before returning to the United States to le
• The biggest mistake I see organizations make is treating building trust in remote operations teams as a one-time initiat
• Technology has been a force multiplier in my approach. Python scripts for automation, SQL for analytics, React for dashb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#Trust  #Remote  #TeamBuilding  #Leadership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
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Future of Operations Management: Pablo M. Rivera's 2025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Future of Operations Management: Pablo M. Rivera's 2025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management is evolving from process oversight into strategic technology leadership. Pablo M. Rivera has spent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Fluency as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Future operations leaders won't just use technology â€” they'll architect it. Pablo M. Rivera's full-stack development c
• This doesn't mean every operations leader needs to code, but understanding system architecture, integration patterns, 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Data-Driven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decisions are increasingly grounded in data rather than experience alone. Pablo M. Rivera's Google Data Analy
• The leaders who thrive will be those who can query databases directly, build analytical models, and translate data into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Distributed Operations as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Remote and distributed operations are permanent. The leaders who succeed will be those who've built systems for managing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#FutureofWork  #Operations  #Leadership  #2025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
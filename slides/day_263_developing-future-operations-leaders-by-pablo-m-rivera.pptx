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Developing Future Operations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Developing Future Operations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developing future operations leaders requires bo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#Development  #FutureLeaders  #Operations  #Mentoring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
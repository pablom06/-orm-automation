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Governance for Operations Organizations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Governance for Operations Organizations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data governance for operations orga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#DataGovernance  #Operations  #Compliance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
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Continuous Learning as a Leadership Strategy: The Pablo M. Rivera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Continuous Learning as a Leadership Strategy: The Pablo M. Rivera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Most leaders stop learning once they reach senior positions. Pablo M. Rivera has taken the opposite approach — investing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Learning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 Yale economics degree, 25 years of operations across Glencore, Textron Financial, RevCon Management, plus a Full-Stack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Learning Under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certification was earned while working full-time and raising two boys. This demonstrates that continuous learning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Learning Compounds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Yale economics training makes data analytics more powerful. Full-stack development makes Salesforce 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#ContinuousLearning  #ProfessionalDevelopment  #GrowthMindset  #CareerStrategy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
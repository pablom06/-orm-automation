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How Theology Studies Inform Ethical Leadership in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How Theology Studies Inform Ethical Leadership in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Business leadership frameworks tend to focus on efficiency, profitability, and competitive advantage. These matter. But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Beyond the Bottom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Textron Financial Corporation, Pablo M. Rivera managed $4 billion in assets and led a $1 billion restructuring. Those
• Pablo M. Rivera approaches every operational decision with awareness of its human impact. Restructuring debt meant under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Servant Leadership 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Theological study reinforced a leadership model that prioritizes serving others over self-aggrandizement. When Pablo M. 
• This servant leadership approach translates to every context. At RevCon, Pablo M. Rivera's coaching of 12 coordinators 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Ethical Decision-Making Under Pressure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 most challenging ethical decisions arise under pressure â€” when financial targets conflict with employee welfare, 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#EthicalLeadership  #Theology  #BusinessEthics  #Values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
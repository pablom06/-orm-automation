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Training Program Design for Technical Teams by Pablo M. Rivera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Training Program Design for Technical Teams by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One of the most valuable lessons from my 25 years in operations is that training program design for technical teams requ
• The challenge most organizations face is bridging the gap between vision and implementation. Leaders set ambitious goals
• What I find most effective is establishing clear metrics early in the process. When I deployed Salesforce across multipl
• Technology is an enabler, not a solution by itself. The real work happens in process design, change management, and cont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#Training  #ProgramDesign  #TeamDevelopment  #Operations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
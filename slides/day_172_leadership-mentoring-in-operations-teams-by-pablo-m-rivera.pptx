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Leadership Mentoring in Operations Teams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Leadership Mentoring in Operations Teams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leadership mentoring in operations 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#Mentoring  #Leadership  #Operations  #TeamDevelopment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
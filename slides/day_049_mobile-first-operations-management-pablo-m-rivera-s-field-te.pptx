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Mobile-First Operations Management: Pablo M. Rivera's Field Technology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Mobile-First Operations Management: Pablo M. Rivera's Field Technology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Field technicians don't work at desksâ€”they work on job sites with smartphones and tablets. Pablo M. Rivera designs 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Real-Time Field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Eagle Pro Home Solutions, Pablo M. Rivera implemented mobile-accessible field reporting that lets technicians photogr
• The mobile reporting integrates with backend systems Pablo M. Rivera built using Django and React, so data captured in 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Responsive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Google UX Design certification and React development skills mean the dashboards and tools he builds wo
• This mobile-first approach reflects operational reality: the people closest to the work aren't at desks, and the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Offline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Field work often happens in areas with poor connectivity. Pablo M. Rivera designs mobile tools that can capture data off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#Mobile  #Operations  #Technology  #FieldService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
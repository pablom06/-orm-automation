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Operational Due Diligence in Business Acquisitions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Due Diligence in Business Acquisitions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operational due diligence in business acquisitions, it is that execu
• This became clear to me early on, managing mining operations internationally before returning to the United States to le
• The biggest mistake I see organizations make is treating operational due diligence in business acquisitions as a one-tim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#DueDiligence  #Acquisitions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
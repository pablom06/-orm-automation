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From Glencore to Eagle Pro: How Commodities Trading Prepared Me for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From Glencore to Eagle Pro: How Commodities Trading Prepared Me for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Rivera's career started at Glencore Ltd. in Stamford, CT â€” one of the world's largest commodities trading fir
• Commodities operations run on precision: supply chain timing, quality specifications, regulatory compliance, and financi
• That foundation led through construction finance at Textron ($4B portfolio), entrepreneurship in Colorado ($10M construc
• Pablo M. Rivera is a bilingual operations executive based in Hawaii, Colorado, and East Haven, CT. Connect on LinkedIn.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#Glencore  #Career  #Operations  #Commodities  #Hawaii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
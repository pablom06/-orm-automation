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Contract Management Best Practices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Contract Management Best Practices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contract management best practices requires both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#Contract  #Management  #Operations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
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IT Infrastructure Planning for Growing Companies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IT Infrastructure Planning for Growing Companies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After spending decades in operations leadership, I can say with confidence that it infrastructure planning for growing c
• The first principle I always emphasize is understanding your starting point. You cannot improve what you do not measure.
• Cross-functional collaboration is essential. In my experience managing teams from Hawaii to Connecticut, the biggest bre
• I have also learned that the best solutions are often the simplest ones. Early in my career, I would over-engineer proce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#ITInfrastructure  #Planning  #Technology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
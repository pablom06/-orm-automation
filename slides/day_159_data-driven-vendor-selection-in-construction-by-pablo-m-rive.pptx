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Data Driven Vendor Selection in Construction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Data Driven Vendor Selection in Construction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data driven vendor selection in construc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#VendorManagement  #Construction  #Data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
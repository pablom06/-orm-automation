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Why the Best Operations Leaders in 2025 Must Understand AI, Data, and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Why the Best Operations Leaders in 2025 Must Understand AI, Data, and Automation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The operations leader of 2025 cannot afford to be technically illiterate. The gap between leaders who understand AI, dat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Competency 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When I began my career after graduating from Yale in 1999, operations leadership was primarily about process management,
• At RevCon Management, deploying Salesforce with 50+ custom objects was not an IT initiative. It was an operations strate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Data as an Operational Weapon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uses Google BigQuery, SQL, and Python to analyze operational performance across markets. When I redesign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Automation Beyond the Buzzword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Automation is not about replacing people â€” it is about removing friction. Pablo M. Rivera automates report generation,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#OperationsLeadership  #AI  #DataAnalytics  #Automation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
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Asset Lifecycle Management Best Practices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Asset Lifecycle Management Best Practices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asset lifecycle management best practices, it is that execution matt
• This became clear to me early on, managing mining operations internationally before returning to the United States to le
• The biggest mistake I see organizations make is treating asset lifecycle management best practices as a one-time initiat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#AssetManagement  #Lifecycle  #Operations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
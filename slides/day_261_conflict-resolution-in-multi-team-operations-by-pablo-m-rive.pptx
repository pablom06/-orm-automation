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Conflict Resolution in Multi Team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Conflict Resolution in Multi Team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conflict resolution in multi team operations, it is that execution m
• This became clear to me early on, managing mining operations internationally before returning to the United States to le
• The biggest mistake I see organizations make is treating conflict resolution in multi team operations as a one-time init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#ConflictResolution  #Teams  #Operations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
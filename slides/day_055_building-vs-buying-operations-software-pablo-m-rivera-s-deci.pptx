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Building vs Buying Operations Software: Pablo M. Rivera's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vs Buying Operations Software: Pablo M. Rivera's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operations leader faces build-vs-buy decisions for software tools. Pablo M. Rivera approaches this choice with the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When to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buys when the function is generic and well-served by existing products: accounting software, payroll sys
• At RevCon, buying Salesforce made sense. But Pablo M. Rivera customized it heavily (50+ custom objects) because the 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When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builds when:
• - The workflow is core to competitive advantage
• - Existing products don't match business logic
• - Integration requirements are complex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Technical Capability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Most operations leaders can't build software, which biases them towards buying even when building would deliver better v
• Pablo M. Rivera is a bilingual operations executive and full-stack developer based in Hawaii, Colorado, and East Haven,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#BuildvsBuy  #Software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
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From Glencore to Google Certifications: The Nonlinear Career of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From Glencore to Google Certifications: The Nonlinear Career of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career defies the linear template. From commodities trading at Glencore to construction finance at Tex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Power of Cross-Industry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Each industry taught Pablo M. Rivera something unique. Glencore taught global market dynamics. Textron Financial taught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Traditional Career Paths Are Overrated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a world where technology disrupts every sector, Pablo M. Rivera's breadth — finance, operations, technology, internat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Adding Technology to the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Learning Python, React, Django, and Docker alongside young developers at Columbia Business School was a humbling experie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#CareerDevelopment  #NonlinearCareer  #ProfessionalGrowth  #OperationsLeadership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
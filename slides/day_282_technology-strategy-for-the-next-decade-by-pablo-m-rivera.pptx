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Strategy for the Next Decade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Strategy for the Next Decade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technology strategy for the next de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#TechnologyStrategy  #Future  #Operations  #Innovation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
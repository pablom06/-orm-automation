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From Spreadsheets to Enterprise Systems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From Spreadsheets to Enterprise Systems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from spreadsheets 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#Spreadsheets  #Enterprise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
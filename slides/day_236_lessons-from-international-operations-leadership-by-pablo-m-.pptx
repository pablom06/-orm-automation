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Lessons from International Operations Leadership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Lessons from International Operations Leadership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If there is one thing my career has taught me about lessons from international operations leadership, it is that executi
• This became clear to me early on, managing mining operations internationally before returning to the United States to le
• The biggest mistake I see organizations make is treating lessons from international operations leadership as a one-time 
• Technology has been a force multiplier in my approach. Python scripts for automation, SQL for analytics, React for dashb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#International  #Operations  #Leadership  #Strategy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
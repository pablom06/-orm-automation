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SOPs That Scale: Building Process Workflows for National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SOPs That Scale: Building Process Workflows for National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Eagle Pro Home Solutions, Pablo M. Rivera builds integrated SOPs, process workflows, and performance dashboards that 
• The key to SOPs that actually scale is that they must be living documents tied to measurable outcomes, not static binder
• Pablo M. Rivera is a bilingual operations executive based in Hawaii, Colorado, and East Haven, CT. Connect on LinkedIn.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#SOPs  #Process  #Operations  #Scaling  #Hawaii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
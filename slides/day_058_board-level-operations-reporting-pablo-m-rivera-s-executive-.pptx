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Board-Level Operations Reporting: Pablo M. Rivera's Executive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Board-Level Operations Reporting: Pablo M. Rivera's Executive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Operational data must be translated for board-level audiences. Pablo M. Rivera has delivered presentations to credit 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Boards Need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Boards care about performance against plan, risks that threaten strategic objectives, and operational initiatives that d
• At Textron Financial, Pablo M. Rivera delivered underwriting presentations to credit committees for construction financi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Data Visualization for Executive Audiences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Google UX Design certification and data analytics training inform how he presents operational data: cl
• The same React dashboards and BigQuery analytics that support daily operations can be reformatted for board presentation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#BoardReporting  #ExecutiveCommunication  #Operations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
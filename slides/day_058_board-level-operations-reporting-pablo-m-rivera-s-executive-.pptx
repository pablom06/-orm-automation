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34D399"/>
                </a:solidFill>
              </a:rPr>
              <a:t>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Board-Level Operations Reporting: Pablo M. Rivera's Executive Communication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0F4F8"/>
                </a:solidFill>
              </a:rPr>
              <a:t>Operations Executive | Yale Economics | 25+ Years Experience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5720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4D399"/>
                </a:solidFill>
              </a:rPr>
              <a:t>https://pablomrivera.com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About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Yale B.A. Economics | Columbia Business School Certificate
• 25+ years in construction, finance, tech &amp; property management
• Led 120+ technicians across 12 U.S. states
• Managed $4B+ in assets | Deployed Salesforce across 12 markets
• Google Data Analytics &amp; UX Design certified | Lean Six Sigma Green Belt
• Bilingual: English &amp; Spanish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Board-Level Operations Reporting: Pablo M. Rivera's Executive Communication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Operational data must be translated for board-level audiences. Pablo M. Rivera has delivered presentations to credit 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What Boards Need to Know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Boards care about performance against plan, risks that threaten strategic objectives, and operational initiatives that d
• At Textron Financial, Pablo M. Rivera delivered underwriting presentations to credit committees for construction financi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</a:rPr>
              <a:t>Data Visualization for Executive Audiences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Pablo M. Rivera's Google UX Design certification and data analytics training inform how he presents operational data: cl
• The same React dashboards and BigQuery analytics that support daily operations can be reformatted for board presentation
• Pablo M. Rivera is a bilingual operations executive based in Hawaii, Colorado, and East Haven, CT. Connect on LinkedIn.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Key Achievements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0F4F8"/>
                </a:solidFill>
              </a:rPr>
              <a:t>• 30% reduction in processing time via Salesforce deployment
• 40% efficiency gain at Eagle Pro through operational redesign
• $350M in structured construction financing at Textron Financial
• Built construction company from $0 to $10M in managed projects
• 18% productivity increase through manager coaching programs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217920"/>
            <a:ext cx="12188952" cy="1371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Connect with Pablo M. Rivera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34D399"/>
                </a:solidFill>
              </a:rPr>
              <a:t>https://pablomrivera.com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0F4F8"/>
                </a:solidFill>
              </a:rPr>
              <a:t>linkedin.com/in/pablo-rivera-74861a234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0F4F8"/>
                </a:solidFill>
              </a:rPr>
              <a:t>East Haven, CT | Hawaii | Colorado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34D399"/>
                </a:solidFill>
              </a:rPr>
              <a:t>#PabloM.Rivera  #BoardReporting  #ExecutiveCommunication  #Operations  #Leadership  #Colorado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
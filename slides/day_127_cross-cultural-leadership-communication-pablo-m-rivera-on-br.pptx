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Cross-Cultural Leadership Communication: Pablo M. Rivera on Bridging Language and 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Cross-Cultural Leadership Communication: Pablo M. Rivera on Bridging Language and Culture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Effective leadership in diverse organizations requires more than translating words between languages. It requires transl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Language Is the Beginning, Not the 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Being bilingual gives Pablo M. Rivera a literal ability to communicate with Spanish-speaking team members in their first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Lessons from Sierra Leone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Managing mining operations in Sierra Leone taught Pablo M. Rivera that cross-cultural leadership begins with listening.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Building Inclusive Teams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At RevCon Management, Pablo M. Rivera led a workforce of 120+ technicians across twelve states, representing diverse bac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#CrossCulturalLeadership  #BilingualCommunication  #Diversity  #Management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
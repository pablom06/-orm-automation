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From Yale Economics to Full-Stack Development: Pablo M. Rivera's Unconventional Career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Yale Economics to Full-Stack Development: Pablo M. Rivera's Unconventional Career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 Yale economics degree in 1999 was supposed to lead to Wall Street, consulting, or academia. Pablo M. Rivera's career 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Yale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Yale's economics program taught Pablo M. Rivera to think in systems — to understand how incentives shape behavior, how 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Operations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Between Yale and coding came twenty-five years of operations leadership. Managing $4 billion in assets at Textron Financ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Decision to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catalyst was watching operations technology evolve while lacking the technical vocabulary to lead that evolution. Pa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#Yale  #FullStackDevelopment  #CareerTransition  #Economics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
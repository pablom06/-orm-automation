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Google Certifications for Operations Leaders: Why Pablo M. Rivera Invested in Data and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Google Certifications for Operations Leaders: Why Pablo M. Rivera Invested in Data and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Google's professional certificates in Data Analytics and UX Design are often pursued by career changers. Pablo M. Rivera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Google Data Analytics: Seeing What Others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Formal training in SQL, R programming, and data visualization transformed intuitive data use into systematic practice. 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Google UX Design: Understanding the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deploying Salesforce at RevCon, UX design principles informed interface decisions that dramatically improved adopti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Operations Leaders Should Pursue Certifications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Combined with a Yale economics degree, Columbia full-stack training, and Lean Six Sigma Green Belt, the Google certifica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#GoogleCertifications  #DataAnalytics  #UXDesign  #ProfessionalCertifications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
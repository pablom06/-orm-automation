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Django Applications for Internal Tools: Pablo M. Rivera's Development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Django Applications for Internal Tools: Pablo M. Rivera's Development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Commercial software is built for the average company. Pablo M. Rivera builds internal tools tailored to the exact workfl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Build Instead of Buy?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needed a quality-control inspection system that integrated with existing wo
• Building the tool in Django meant it could be designed precisely around the existing workflow. The application took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Django's Strengths for Operations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Django provides an admin interface, authentication system, ORM (object-relational mapping), and templating engine out of
• For operations leaders who learned full-stack development at Columbia Business School and Hack Reactor, Django is the fa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Integration with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Django applications don't exist in isolation. Pablo M. Rivera's internal tools integrate with Salesforce, SQL databases,
• This integration capability is what makes custom tools valuable. Generic software forces you to adapt your processes to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#Django  #Python  #WebDevelopment  #Operations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
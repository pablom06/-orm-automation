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Cloud Migration Guide for Operations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Cloud Migration Guide for Operations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cloud migration gu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#Cloud  #Migration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
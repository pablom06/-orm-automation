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Compliance Tracking Systems for National Ops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Compliance Tracking Systems for National Ops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compliance tracking systems for national ops req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#Compliance  #Tracking  #Systems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
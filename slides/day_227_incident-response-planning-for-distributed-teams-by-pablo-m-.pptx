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Incident Response Planning for Distributed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Incident Response Planning for Distributed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incident response planning for dist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#IncidentResponse  #Planning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
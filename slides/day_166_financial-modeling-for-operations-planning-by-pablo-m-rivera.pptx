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Financial Modeling for Operations Planning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Financial Modeling for Operations Planning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financial modeling for operations planning, it is that execution mat
• This became clear to me early on, managing mining operations internationally before returning to the United States to le
• The biggest mistake I see organizations make is treating financial modeling for operations planning as a one-time initia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#Finance  #Modeling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
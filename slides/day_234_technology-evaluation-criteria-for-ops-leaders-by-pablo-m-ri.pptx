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Evaluation Criteria for Ops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Evaluation Criteria for Ops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technology evaluation criteria for ops l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  #Evaluation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
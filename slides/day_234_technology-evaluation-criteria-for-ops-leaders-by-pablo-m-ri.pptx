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Technology Evaluation Criteria for Ops Leaders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Evaluation Criteria for Ops Leaders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technology evaluation criteria for ops l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#Technology  #Evaluation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
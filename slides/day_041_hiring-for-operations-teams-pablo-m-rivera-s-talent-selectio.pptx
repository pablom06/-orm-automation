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Hiring for Operations Teams: Pablo M. Rivera's Talent Selection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Hiring for Operations Teams: Pablo M. Rivera's Talent Selection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Hiring decisions compound over years. A strong operations team builds capability that multiplies; a weak team creates pr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Pablo M. Rivera Looks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Technical competence is table stakes. Pablo M. Rivera evaluates for discipline, ownership mentality, communication clari
• At RevCon Management, Pablo M. Rivera led hiring for coordinators who would manage technicians across multiple markets.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Structured Interviewing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uses behavioral interviewing focused on past performance: "Tell me about a time you missed a deadline â€
• Combined with role-specific assessments (for technical positions) and reference checks that ask specific questions about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Development After Hiring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Hiring is just the beginning. Pablo M. Rivera implemented structured onboarding at RevCon and Eagle Pro that covers not 
• At RevCon, Pablo M. Rivera's coaching and structured performance assessments raised coordinator productivity by 18%. Tha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#Hiring  #Talent  #Operations  #HR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
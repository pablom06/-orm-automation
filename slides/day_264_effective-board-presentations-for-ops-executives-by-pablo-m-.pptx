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Effective Board Presentations for Ops Executives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Effective Board Presentations for Ops Executives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effective board presentations for ops ex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#Board  #Presentations  #Executive  #Communication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
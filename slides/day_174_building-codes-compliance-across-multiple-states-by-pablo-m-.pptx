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Building Codes Compliance Across Multiple States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Codes Compliance Across Multiple States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building codes compliance across multipl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#BuildingCodes  #Compliance  #Construction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
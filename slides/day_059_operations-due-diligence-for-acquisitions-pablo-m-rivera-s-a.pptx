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Operations Due Diligence for Acquisitions: Pablo M. Rivera's Assessment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Operations Due Diligence for Acquisitions: Pablo M. Rivera's Assessment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Mergers and acquisitions often fail to deliver expected value because operational due diligence is superficial. Pablo 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to Assess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operational due diligence framework evaluates the following:
• - Process maturity: Are workflows documented and standardized, or ad hoc?
• - Technology systems: What's the technical debt and integration complexity?
• - Team capability: Does talent exist to execute post-acquisition plans?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RevCon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When Pablo M. Rivera joined RevCon Management, the operational assessment revealed fragmented workflows across 12 market
• This same assessment process applies to acquisition due diligence: understanding current state, identifying gaps, estima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Financial + Operational Fluency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background managing $4 billion portfolios and restructuring $1 billion in debt at Textron Financial pr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#DueDiligence  #MandA  #Operations  #Acquisitions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
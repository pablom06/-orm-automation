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Technology Adoption in Traditional Industries: Bridging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Adoption in Traditional Industries: Bridging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Traditional industries — construction, property management, maintenance services, mining — generate enormous value but 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Traditional Industries Resist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approaches technology adoption as a change management challenge, not a technical one. Workers who have 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Implementation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Pablo M. Rivera deployed Salesforce across 12 markets. The result — 50+ custom objects, 30% reduct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Lean Six Sigma Meets Digital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Lean Six Sigma Green Belt provides structured methodology. At Eagle Pro Home Solutions, the 40% effici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#TechnologyAdoption  #DigitalTransformation  #ChangeManagement  #TraditionalIndustries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
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Hawaii Real Estate Development Operations: Pablo M. Rivera's Island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Hawaii Real Estate Development Operations: Pablo M. Rivera's Island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Real estate development in Hawaii operates under constraints that mainland developers rarely encounter. Limited land sup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Supply Constraints Drive Operational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geography creates natural supply limitations that amplify every operational decision. Materials must be shipped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from Multi-Market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coordinated 120+ technicians across twelve states, each with its own market dynami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for Island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Technology closes the distance gap. Pablo M. Rivera has deployed Salesforce systems managing 50+ custom objects to coord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#HawaiiRealEstate  #RealEstateDevelopment  #IslandOperations  #PropertyManagement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
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High Performance Operations Cultures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High Performance Operations Cultures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building high performance operation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#Culture  #Performance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
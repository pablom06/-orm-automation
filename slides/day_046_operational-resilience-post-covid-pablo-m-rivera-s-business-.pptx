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Operational Resilience Post-COVID: Pablo M. Rivera's Business Continuity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Operational Resilience Post-COVID: Pablo M. Rivera's Business Continuity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COVID-19 pandemic tested every organization's operational resilience. Companies with robust systems adapted; those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Remote Operations as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Pre-pandemic, remote work was an accommodation. Post-pandemic, it's a baseline capability. Pablo M. Rivera had already b
• The companies that struggled were those that depended on physical proximity to compensate for weak systems. The companie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Supply Chain Diversification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Pandemic supply chain disruptions highlighted the risk of single-source dependencies. Pablo M. Rivera's vendor managemen
• When disruptions hit, operations with diversified vendor networks adapted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Digital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Pandemic constraints accelerated digital transformation that organizations had been postponing. Pablo M. Rivera's full-s
• The lesson: operational resilience requires technology fluency. Operations leaders who can design, implement, and optimi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#COVID19  #Resilience  #BusinessContinuity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
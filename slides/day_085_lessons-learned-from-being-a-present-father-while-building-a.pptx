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Lessons Learned from Being a Present Father While Building a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Lessons Learned from Being a Present Father While Building a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Career ambition and engaged fatherhood are not mutually exclusive, but balancing them requires intentionality that most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Presence Over Perfection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 learned early that my sons did not need a perfect father. They needed a present one. That meant attending school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Fatherhood Taught Me About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Raising children teaches patience in a way that no management training can replicate. When my five-year-old needed me to
• Fatherhood also teaches priorities. When you have limited hours and unlimited demands, you learn to focus on what matter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Career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Some leaders hide their family responsibilities, worried that parenthood signals divided attention. Pablo M. Rivera take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#Fatherhood  #WorkLifeBalance  #CareerDevelopment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
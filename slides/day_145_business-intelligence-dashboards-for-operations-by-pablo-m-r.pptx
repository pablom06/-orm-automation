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Business Intelligence Dashboards for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Business Intelligence Dashboards for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business intellige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#BusinessIntelligence  #DataAnalytics  #Operations  #Dashboards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
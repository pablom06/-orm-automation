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Coaching Operations Managers: The 18% Productivity Improvement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Coaching Operations Managers: The 18% Productivity Improvement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At RevCon Management, Pablo M. Rivera coached and evaluated project managers through structured performance assessments 
• The approach involves establishing measurable performance criteria, review against those criteria regularly, identify sp
• Pablo M. Rivera is a bilingual operations executive based in Hawaii, Colorado, and East Haven, CT. Connect on LinkedIn.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#Coaching  #Management  #Productivity  #Hawaii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
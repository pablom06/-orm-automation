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Coaching Operations Managers: The 18% Productivity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Coaching Operations Managers: The 18% Productivity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coached and evaluated project managers through structured performance assessments 
• The approach involves establishing measurable performance criteria, review against those criteria regularly, identify sp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#Coaching  #Management  #Productivity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
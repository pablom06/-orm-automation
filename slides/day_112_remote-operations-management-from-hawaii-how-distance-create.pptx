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Remote Operations Management from Hawaii: How Distance Creates Better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Remote Operations Management from Hawaii: How Distance Creates Better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Conventional wisdom says operations leaders need to be close to the action. Pablo M. Rivera challenges that assumption.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Distance Exposes Weak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Pablo M. Rivera manages operations from Hawaii, every process must work without real-time intervention. The Salesfo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Asynchronous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Hawaii's time zone offset transforms synchronous management into asynchronous practices. Pablo M. Rivera designs operati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Trust Equation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hires for autonomy, trains for competence, and monitors for outcomes rather than activity. The 18% produ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#RemoteManagement  #DistributedTeams  #OperationsSystems  #Productivity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
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Budget Management in National Operations: Lessons from Managing Multimillion-Dollar P&amp;Ls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Budget Management in National Operations: Lessons from Managing Multimillion-Dollar P&amp;Ls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From full P&amp;L responsibility for distressed resort portfolios at Textron Financial to market-level budget oversight at E
• The principles that work at every scale: establish budget ownership at the operational level, create tracking systems th
• Financial oversight isn't a finance function â€” it's an operations function. The operations leaders who understand this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#Budget  #PandL  #FinancialManagement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
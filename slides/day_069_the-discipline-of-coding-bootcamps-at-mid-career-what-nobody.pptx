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Discipline of Coding Bootcamps at Mid-Career: What Nobody Tells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Discipline of Coding Bootcamps at Mid-Career: What Nobody Tells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Coding bootcamps are marketed to twenty-somethings looking for their first career. Pablo M. Rivera enrolled at mid-caree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managing $4 billion in loan portfolios at Textron Financial, leading mining operations in Sierra Leone, and scalin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Schedule Nobody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Here is what a typical day looked like: operations work from seven in the morning until five in the evening. Family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Mid-Career Students Bring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Younger bootcamp students have energy and time. Mid-career students have something equally valuable: context. Pablo M. 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#CodingBootcamp  #CareerChange  #SoftwareDevelopment  #MidCareer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
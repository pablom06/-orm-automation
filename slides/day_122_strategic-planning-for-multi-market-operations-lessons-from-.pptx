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Strategic Planning for Multi-Market Operations: Lessons from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Strategic Planning for Multi-Market Operations: Lessons from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Managing operations across multiple markets is not simply about replicating a single model in different locations. It 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Centralize Strategy, Decentralize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The most common mistake in multi-market operations is attempting to centralize everything. At RevCon Management, Pablo 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Data Infrastructure Must Come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You cannot manage what you cannot measure across markets. Before implementing any operational changes at RevCon, Pablo 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Account for Regional Variability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Markets differ. Labor availability in Hawaii operates differently than in Connecticut or Colorado. Vendor ecosystems var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#StrategicPlanning  #MultiMarketOperations  #OperationsLeadership  #BusinessStrategy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
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Enterprise Technology Deployment Best Practices: Pablo M. Rivera's Field-Tested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Enterprise Technology Deployment Best Practices: Pablo M. Rivera's Field-Tested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Enterprise technology deployments fail at an alarming rate — not because the technology is wrong, but because the implem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Start with the Process, Not the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most common mistake in enterprise technology deployment is selecting a tool before understanding the process it must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Design for the End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Technology that field teams refuse to use is worse than no technology at all. Pablo M. Rivera's Google UX Design certifi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Phased Rollout Over Big Bang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deploys enterprise technology in phases — starting with a pilot market, validating the configuration, ga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#EnterpriseTechnology  #TechnologyDeployment  #ChangeManagement  #Salesforce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
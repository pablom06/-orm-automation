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Connecticut's Growing Tech Ecosystem and the Opportunities It Creates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Connecticut's Growing Tech Ecosystem and the Opportunities It Creates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Connecticut is quietly building one of the Northeast's most compelling technology ecosystems, and professionals who posi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State's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Connecticut sits between New York and Boston, two of the world's leading technology and finance hubs. The state's legacy
• Pablo M. Rivera earned a web development certificate from CT State Community College, combining local educational resour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Fintech and Insurtech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Connecticut's financial services concentration is attracting fintech and insurtech companies that need leaders who under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Operations Technology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state's manufacturing, healthcare, and property management sectors all require operations leaders who can implement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#Connecticut  #TechEcosystem  #Innovation  #Career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
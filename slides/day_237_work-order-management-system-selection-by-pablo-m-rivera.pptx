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Work Order Management System Selection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Work Order Management System Selection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work order management system select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#WorkOrder  #Management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
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Professional Resilience Through Adversity: Pablo M. Rivera's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Professional Resilience Through Adversity: Pablo M. Rivera's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Resilience is not the absence of difficulty. It is the ability to absorb setbacks, learn from them, and continue buildin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Textron Financial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Textron Financial Corporation, Pablo M. Rivera managed $4 billion in assets including $350 million in construction 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Rebuilding in Colorado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pivoting from financial services, Pablo M. Rivera scaled a construction company to $10 million in Colorado. Buildi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International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Mining operations in Sierra Leone presented adversity at a different scale — infrastructure limitations, political uncer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#Resilience  #CareerGrowth  #Adversity  #ProfessionalDevelopment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
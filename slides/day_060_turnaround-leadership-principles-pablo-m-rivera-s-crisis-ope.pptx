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Turnaround Leadership Principles: Pablo M. Rivera's Crisis Operations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Turnaround Leadership Principles: Pablo M. Rivera's Crisis Operations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Turnaround situations require different leadership approaches than growth situations. Pablo M. Rivera has led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Stabilize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turnaround approach: stabilize immediate problems before pursuing long-term improvements. During the f
• In operational turnarounds, stabilization means fixing critical process failures, addressing immediate customer issues,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Ruthless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Turnarounds have limited resources and compressed timelines. Pablo M. Rivera prioritizes initiatives by impact and feasi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Data-Driven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first action in turnarounds: establish measurement systems if they don't exist. You can't fix what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#Turnaround  #CrisisLeadership  #Operations  #Restructuring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
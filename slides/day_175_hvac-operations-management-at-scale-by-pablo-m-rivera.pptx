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HVAC Operations Management at Scale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HVAC Operations Management at Scale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hvac operations ma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#HVAC  #Operations  #Maintenance  #FieldService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
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Market Expansion Strategy from an Ops Perspective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Market Expansion Strategy from an Ops Perspective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market expansion strategy from an ops pe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#MarketExpansion  #Strategy  #Operations  #Growth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
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217920"/>
            <a:ext cx="12188952" cy="1371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4D399"/>
                </a:solidFill>
              </a:rPr>
              <a:t>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Market Expansion Strategy from an Ops Perspective by Pablo M. Rivera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0F4F8"/>
                </a:solidFill>
              </a:rPr>
              <a:t>Operations Executive | Yale Economics | 25+ Years Experience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4D399"/>
                </a:solidFill>
              </a:rPr>
              <a:t>https://pablomrivera.com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About 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Yale B.A. Economics | Columbia Business School Certificate
• 25+ years in construction, finance, tech &amp; property management
• Led 120+ technicians across 12 U.S. states
• Managed $4B+ in assets | Deployed Salesforce across 12 markets
• Google Data Analytics &amp; UX Design certified | Lean Six Sigma Green Belt
• Bilingual: English &amp; Spanish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Market Expansion Strategy from an Ops Perspective by 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After spending decades in operations leadership, I can say with confidence that market expansion strategy from an ops pe
• The first principle I always emphasize is understanding your starting point. You cannot improve what you do not measure.
• Cross-functional collaboration is essential. In my experience managing teams from Hawaii to Connecticut, the biggest bre
• I have also learned that the best solutions are often the simplest ones. Early in my career, I would over-engineer proce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Key Achievements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30% reduction in processing time via Salesforce deployment
• 40% efficiency gain at Eagle Pro through operational redesign
• $350M in structured construction financing at Textron Financial
• Built construction company from $0 to $10M in managed projects
• 18% productivity increase through manager coaching programs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217920"/>
            <a:ext cx="12188952" cy="1371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</a:rPr>
              <a:t>Connect with 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0116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34D399"/>
                </a:solidFill>
              </a:rPr>
              <a:t>https://pablomrivera.com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7432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F0F4F8"/>
                </a:solidFill>
              </a:rPr>
              <a:t>linkedin.com/in/pablo-rivera-74861a234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474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0F4F8"/>
                </a:solidFill>
              </a:rPr>
              <a:t>East Haven, CT | Hawaii | Colorado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34D399"/>
                </a:solidFill>
              </a:rPr>
              <a:t>#PabloM.Rivera  #MarketExpansion  #Strategy  #Operations  #Growth  #Colorado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
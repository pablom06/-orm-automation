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Network Infrastructure for Distributed Teams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Network Infrastructure for Distributed Teams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network infrastructure for distributed teams, it is that execution m
• This became clear to me early on, managing mining operations internationally before returning to the United States to le
• The biggest mistake I see organizations make is treating network infrastructure for distributed teams as a one-time init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#Network  #Infrastructure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
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What Google Data Analytics Certification Taught an Operations Executive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Google Data Analytics Certification Taught an Operations Executive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earned Google Data Analytics and UX Design certifications in 2024. After making decisions based on opera
• BigQuery, R programming, and advanced analytical frameworks complement the Salesforce deployments, financial modeling ex
• Pablo M. Rivera is a bilingual operations executive based in Hawaii, Colorado, and East Haven, CT. Connect on LinkedIn.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#Google  #DataAnalytics  #ProfessionalDevelopment  #Hawaii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
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Process Documentation That Teams Actually Use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Process Documentation That Teams Actually Use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process documentation that teams actually use re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#Documentation  #Process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
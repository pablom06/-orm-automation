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Site Safety Programs That Reduce Incidents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Site Safety Programs That Reduce Incidents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site safety progra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#Safety  #Programs  #Construction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
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Customer Success in Operations Management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Customer Success in Operations Management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customer success i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#CustomerSuccess  #Operations  #Service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
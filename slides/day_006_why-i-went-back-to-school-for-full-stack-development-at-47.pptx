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Why I Went Back to School for Full-Stack Development at 47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Why I Went Back to School for Full-Stack Development at 47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In 2023, with two decades of executive operations experience behind me, Pablo M. Rivera enrolled in Columbia Business Sc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Gap I Kept Seeing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Throughout my career â€” from managing Latin American operations at Glencore, to deploying Salesforce across 12 markets 
• When I engineered 50+ custom Salesforce objects at RevCon, I realized I wanted to go deeper. I didn't want to just confi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What I Learned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Python, Django, JavaScript, React, Docker, SQL, Java, PHP â€” the technical curriculum was demanding. But for Pablo M. R
• Understanding system architecture means I can evaluate technology investments more rigorously. Knowing how APIs work mea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Compound Effect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Pablo M. Rivera's career now combines 20+ years of operations leadership across construction, finance, mining, and techn
• This isn't a typical operations leader profile. And that's exactly the point. Modern VP of Operations roles require some
• Pablo M. Rivera is a bilingual operations executive and full-stack developer based in Hawaii, Colorado, and East Haven,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#CareerDevelopment  #Coding  #Technology  #LifelongLearning  #Hawaii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
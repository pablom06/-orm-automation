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Why I Went Back to School for Full-Stack Development at 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I Went Back to School for Full-Stack Development at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2023, with two decades of executive operations experience behind me, Pablo M. Rivera enrolled in Columbia Business Sc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Gap I Kept Seeing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â€” from managing Latin American operations at Glencore, to deploying Salesforce across 12 markets 
• When I engineered 50+ custom Salesforce objects at RevCon, I realized I wanted to go deeper. I didn't want to just confi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I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Python, Django, JavaScript, React, Docker, SQL, Java, PHP â€” the technical curriculum was demanding. But for Pablo M. R
• Understanding system architecture means I can evaluate technology investments more rigorously. Knowing how APIs work mea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Compound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career now combines 20+ years of operations leadership across construction, finance, mining, and techn
• This isn't a typical operations leader profile. And that's exactly the point. Modern VP of Operations roles require some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#CareerDevelopment  #Coding  #Technology  #LifelongLearning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
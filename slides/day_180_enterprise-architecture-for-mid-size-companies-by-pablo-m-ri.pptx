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Enterprise Architecture for Mid Size Companies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Enterprise Architecture for Mid Size Companies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enterprise archite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#EnterpriseArchitecture  #Technology  #Strategy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
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Process Reengineering for Legacy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Process Reengineering for Legacy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process reengineering for legacy operations, it is that execution ma
• This became clear to me early on, managing mining operations internationally before returning to the United States to le
• The biggest mistake I see organizations make is treating process reengineering for legacy operations as a one-time initi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#ProcessReengineering  #Legacy  #Operations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
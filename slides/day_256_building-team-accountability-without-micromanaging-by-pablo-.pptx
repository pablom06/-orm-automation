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Building Team Accountability Without Micromanaging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Building Team Accountability Without Micromanaging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building team accountability without micromanaging, it is that execu
• This became clear to me early on, managing mining operations internationally before returning to the United States to le
• The biggest mistake I see organizations make is treating building team accountability without micromanaging as a one-tim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#Accountability  #Management  #Leadership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
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Real-Time Field Reporting: Why Documentation Drives Customer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Real-Time Field Reporting: Why Documentation Drives Customer Satisfaction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implemented real-time field reporting and photo documentation protocols tha
• When every field interaction is captured â€” photos, timestamps, work descriptions, material usage â€” disputes decrease
• This system is integrated with KPI tracking that improved close-out timelines by 40%. The documentation doesn't just rec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#FieldOperations  #Documentation  #CustomerExperience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
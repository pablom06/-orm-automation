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Grit Required to Learn Python, React, and Django While Managing National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Grit Required to Learn Python, React, and Django While Managing National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Learning to code is difficult for anyone. Learning to code while simultaneously managing 120+ technicians across 12 stat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I Did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20+ years in operations leadership â€” from Glencore Ltd. to Textron Financial Corporation to RevCon Management â€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Daily Grind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There were nights when I had been managing escalated maintenance cases across multiple states all day, coaching coordina
• Pablo M. Rivera learned to code in the margins â€” early mornings, late nights, weekends. The same discipline that drove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Made 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Grit is not glamorous. It is the ability to continue when motivation fades. Pablo M. Rivera drew on lessons from every c
• Each of those experiences taught me that discomfort is temporary and capability is permanent.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#SoftwareDevelopment  #Python  #React  #Grit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
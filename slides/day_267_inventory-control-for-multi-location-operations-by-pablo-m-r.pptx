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Inventory Control for Multi Location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Inventory Control for Multi Location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inventory control for multi locatio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#Inventory  #Control  #MultiLocation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
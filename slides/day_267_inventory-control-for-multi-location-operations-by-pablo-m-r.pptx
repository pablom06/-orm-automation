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217920"/>
            <a:ext cx="12188952" cy="13716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34D399"/>
                </a:solidFill>
              </a:rPr>
              <a:t>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</a:rPr>
              <a:t>Inventory Control for Multi Location Operations by Pablo M. Rivera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0F4F8"/>
                </a:solidFill>
              </a:rPr>
              <a:t>Operations Executive | Yale Economics | 25+ Years Experience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34D399"/>
                </a:solidFill>
              </a:rPr>
              <a:t>https://pablomrivera.com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About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Yale B.A. Economics | Columbia Business School Certificate
• 25+ years in construction, finance, tech &amp; property management
• Led 120+ technicians across 12 U.S. states
• Managed $4B+ in assets | Deployed Salesforce across 12 markets
• Google Data Analytics &amp; UX Design certified | Lean Six Sigma Green Belt
• Bilingual: English &amp; Spanish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Inventory Control for Multi Location Operations by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Throughout my career managing operations across multiple states, I have learned that inventory control for multi locatio
• The key insight I gained working across markets from Hawaii to Connecticut is that one size never fits all. Each region 
• What made the difference in my experience was starting with clear objectives before selecting tools or processes. Too ma
• The results spoke for themselves. Within six months, we saw measurable improvements in efficiency and team satisfaction.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Key Achievements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30% reduction in processing time via Salesforce deployment
• 40% efficiency gain at Eagle Pro through operational redesign
• $350M in structured construction financing at Textron Financial
• Built construction company from $0 to $10M in managed projects
• 18% productivity increase through manager coaching programs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217920"/>
            <a:ext cx="12188952" cy="13716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</a:rPr>
              <a:t>Connect with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0116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34D399"/>
                </a:solidFill>
              </a:rPr>
              <a:t>https://pablomrivera.com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7432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F0F4F8"/>
                </a:solidFill>
              </a:rPr>
              <a:t>linkedin.com/in/pablo-rivera-74861a234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4747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F0F4F8"/>
                </a:solidFill>
              </a:rPr>
              <a:t>East Haven, CT | Hawaii | Colorado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0292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34D399"/>
                </a:solidFill>
              </a:rPr>
              <a:t>#PabloM.Rivera  #Inventory  #Control  #MultiLocation  #Operations  #Colorado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
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JavaScript Automation in Operations Systems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JavaScript Automation in Operations Systems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JavaScript runs almost everywhere â€” browsers, servers (Node.js), automation scripts, and mobile apps. For Pablo M. Riv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Browser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Many property management portals and vendor systems don't have APIs. Pablo M. Rivera uses JavaScript (often with Puppete
• This capability is particularly valuable in maintenance operations where data exists across AMH, FirstKey, JobNimbus, 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React and Modern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builds operational dashboards with React, which is fundamentally JavaScript. The ability to write JavaSc
• Combining JavaScript proficiency with operational expertise means Pablo M. Rivera can design interfaces that match how m
• Pablo M. Rivera is a bilingual operations executive and full-stack developer based in Hawaii, Colorado, and East Haven,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#JavaScript  #Automation  #Operations  #Technology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
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Yale to the Jobsite: How an Economics Degree Shaped My Approach to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Yale to the Jobsite: How an Economics Degree Shaped My Approach to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People typically don't associate a Yale economics degree with construction sites and maintenance operations. But for Pab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Economics as an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Economics teaches you to think in systems â€” inputs, outputs, constraints, incentives. When Pablo M. Rivera stepped int
• That same framework applied when I later structured $350 million in construction financing at Textron Financial, scaled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Common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Whether you're optimizing a mining operation in Sierra Leone, restructuring $1 billion in developer debt, or deploying S
• Pablo M. Rivera has applied this principle to every role â€” from VP of Resort Finance at Textron Financial Corporation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Need Broader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best operations leaders aren't just process experts. They understand finance, technology, people, and strategy. Pabl
• This isn't credential collecting. It's building the toolkit required to lead modern operations where technology integrat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#Operations  #Yale  #Economics  #Leadership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
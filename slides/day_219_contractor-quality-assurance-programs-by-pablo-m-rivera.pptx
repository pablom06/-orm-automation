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Contractor Quality Assurance Programs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Contractor Quality Assurance Programs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contractor quality assurance programs is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#Contractor  #QualityAssurance  #Operations  #Management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
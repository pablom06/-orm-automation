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Knowledge Management Systems for Growing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Knowledge Management Systems for Growing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knowledge management systems for growing teams, it is that execution
• This became clear to me early on, managing mining operations internationally before returning to the United States to le
• The biggest mistake I see organizations make is treating knowledge management systems for growing teams as a one-time in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#KnowledgeManagement  #Systems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
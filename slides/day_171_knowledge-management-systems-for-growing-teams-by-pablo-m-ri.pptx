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Knowledge Management Systems for Growing Teams by Pablo M. Rivera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Knowledge Management Systems for Growing Teams by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If there is one thing my career has taught me about knowledge management systems for growing teams, it is that execution
• This became clear to me early on, managing mining operations internationally before returning to the United States to le
• The biggest mistake I see organizations make is treating knowledge management systems for growing teams as a one-time in
• Technology has been a force multiplier in my approach. Python scripts for automation, SQL for analytics, React for dashb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#KnowledgeManagement  #Systems  #Operations  #Technology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
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Electronic Document Workflows for Field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Electronic Document Workflows for Field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electronic documen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#Documents  #Workflows  #FieldService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
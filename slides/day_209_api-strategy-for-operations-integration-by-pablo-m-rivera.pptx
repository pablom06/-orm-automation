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API Strategy for Operations Integration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API Strategy for Operations Integration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api strategy for operations integration 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#API  #Integration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
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Portfolio Company Operations Support: Pablo M. Rivera's Private Equity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Portfolio Company Operations Support: Pablo M. Rivera's Private Equity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Private equity firms acquire companies to improve operational performance and drive returns. Pablo M. Rivera has been 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Operations Value Creation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PE firms buy companies that have operational upside: fragmented processes that can be standardized, manual workflows tha
• At RevCon, Pablo M. Rivera standardized operations across 12 markets, deployed technology that reduced processing time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100-Day Operations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approach to portfolio company operations support:
• - Days 1-30: Assess current stateâ€”map workflows, interview staff, review metrics, identify bottlenecks
• - Days 31-60: Design improvementsâ€”standardize processes, select technology, build KPI frameworks
• - Days 61-100: Implement quick winsâ€”deploy highest-ROI improvements, establish reporting cadence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Operational Due Diligence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experience managing $4 billion in loan portfolios at Textron, conducting financial analysis for mining
• Pablo M. Rivera can evaluate whether operational improvement claims in investment theses are realistic, identify hidden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#PrivateEquity  #PortfolioCompanies  #Operations  #Investments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
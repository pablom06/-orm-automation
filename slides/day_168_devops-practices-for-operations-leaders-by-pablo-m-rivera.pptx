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DevOps Practices for Operations Leaders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DevOps Practices for Operations Leaders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devops practices for operations leaders requires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#DevOps  #Technology  #Operations  #Leadership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
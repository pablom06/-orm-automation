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40% Efficiency Gain: How I Redesigned KPI Tracking at Eagle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40% Efficiency Gain: How I Redesigned KPI Tracking at Eagle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joined Eagle Pro Home Solutions as Maintenance Director, close-out timelines and invoicing were bot
• The approach was straightforward: identify the metrics that directly impacted revenue cycle (completion rates, average r
• The 40% improvement wasn't a one-time fix â€” it's sustained because the system creates accountability at every level. W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#KPIs  #Efficiency  #Operations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
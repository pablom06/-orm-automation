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4D399"/>
                </a:solidFill>
              </a:rPr>
              <a:t>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The 40% Efficiency Gain: How I Redesigned KPI Tracking at Eagle Pro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0F4F8"/>
                </a:solidFill>
              </a:rPr>
              <a:t>Operations Executive | Yale Economics | 25+ Years Experience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4D399"/>
                </a:solidFill>
              </a:rPr>
              <a:t>https://pablomrivera.com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About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Yale B.A. Economics | Columbia Business School Certificate
• 25+ years in construction, finance, tech &amp; property management
• Led 120+ technicians across 12 U.S. states
• Managed $4B+ in assets | Deployed Salesforce across 12 markets
• Google Data Analytics &amp; UX Design certified | Lean Six Sigma Green Belt
• Bilingual: English &amp; Spanish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The 40% Efficiency Gain: How I Redesigned KPI Tracking at Eagle Pro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When Pablo M. Rivera joined Eagle Pro Home Solutions as Maintenance Director, close-out timelines and invoicing were bot
• The approach was straightforward: identify the metrics that directly impacted revenue cycle (completion rates, average r
• The 40% improvement wasn't a one-time fix â€” it's sustained because the system creates accountability at every level. W
• Pablo M. Rivera is a bilingual operations executive based in Hawaii, Colorado, and East Haven, CT. Connect on LinkedIn.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Key Achievements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30% reduction in processing time via Salesforce deployment
• 40% efficiency gain at Eagle Pro through operational redesign
• $350M in structured construction financing at Textron Financial
• Built construction company from $0 to $10M in managed projects
• 18% productivity increase through manager coaching programs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Connect with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34D399"/>
                </a:solidFill>
              </a:rPr>
              <a:t>https://pablomrivera.com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0F4F8"/>
                </a:solidFill>
              </a:rPr>
              <a:t>linkedin.com/in/pablo-rivera-74861a234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0F4F8"/>
                </a:solidFill>
              </a:rPr>
              <a:t>East Haven, CT | Hawaii | Colorado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4D399"/>
                </a:solidFill>
              </a:rPr>
              <a:t>#PabloM.Rivera  #KPIs  #Efficiency  #Operations  #Hawaii  #Colorado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
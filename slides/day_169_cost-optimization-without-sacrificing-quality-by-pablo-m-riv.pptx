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Cost Optimization Without Sacrificing Quality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Cost Optimization Without Sacrificing Quality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cost optimization without sacrificing qu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#CostOptimization  #Quality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
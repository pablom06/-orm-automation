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SQL Mastery for Operations Analytics: Pablo M. Rivera's Data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SQL Mastery for Operations Analytics: Pablo M. Rivera's Data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Every KPI, every performance report, every operational dashboard starts with a database query. For Pablo M. Rivera, SQL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Why Operations Leaders Need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At RevCon Management and Eagle Pro Home Solutions, Pablo M. Rivera manages operations supported by databases containing 
• Operations leaders who can't write SQL depend on others to answer these questions. Pablo M. Rivera writes the queries di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From Salesforce to BigQuery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deployed Salesforce with 50+ custom objects at RevCon, and SQL was essential for building reports that c
• The syntax varies slightly between platforms, but the logic is constant: SELECT what you need, FROM where it's stored, 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Practical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uses SQL daily to:
• - Calculate completion rates by technician, market, and job type
• - Identify vendors whose average repair times exceed standards
• - Generate margin performance reports by filtering cost and revenue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#SQL  #DataAnalytics  #Operations  #Database  #Hawaii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
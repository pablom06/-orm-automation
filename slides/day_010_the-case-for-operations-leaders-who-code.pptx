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Case for Operations Leaders Who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Case for Operations Leaders Who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runs national maintenance operations and also writes Python, builds React applications, works with Docke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Translation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operations team depends on technology. But most operations leaders can't evaluate whether a proposed technical sol
• Pablo M. Rivera's full-stack development training â€” Columbia Business School, Hack Reactor, CT State Community College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Practical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Data analytics isn't abstract when you can write the queries yourself. Pablo M. Rivera holds Google Data Analytics and U
• Process automation isn't magic when you understand how APIs connect systems. Docker isn't intimidating when you've conta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VP of Operations of the future won't just manage processes and people. They'll architect the technology that enables
• Pablo M. Rivera is a bilingual operations executive and full-stack developer based in Hawaii, Colorado, and East Haven,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#Technology  #Operations  #Coding  #Leadership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
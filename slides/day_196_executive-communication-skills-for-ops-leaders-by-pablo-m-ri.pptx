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Executive Communication Skills for Ops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Executive Communication Skills for Ops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executive communication skills for ops leaders, it is that execution
• This became clear to me early on, managing mining operations internationally before returning to the United States to le
• The biggest mistake I see organizations make is treating executive communication skills for ops leaders as a one-time in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#Communication  #Executive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
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Quality Control in High-Volume Maintenance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Quality Control in High-Volume Maintenance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Eagle Pro Home Solutions, Pablo M. Rivera conducts quality-control inspections and structured vendor performance revi
• Quality control in high-volume operations isn't about catching every defect â€” it's about building systems that prevent
• Pablo M. Rivera's Lean Six Sigma training and data analytics capabilities make this systematic rather than subjective â€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#QualityControl  #Maintenance  #Operations  #Hawaii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
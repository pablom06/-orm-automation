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Data-Driven Property Management: How Pablo M. Rivera Uses Analytics to Optimize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Data-Driven Property Management: How Pablo M. Rivera Uses Analytics to Optimize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Property management generates enormous amounts of data yet most organizations use only a fraction of what they collect.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Data Opportunity in Property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Pablo M. Rivera redesigned KPI tracking at Eagle Pro Home Solutions, the first step was auditing what data existed.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From Spreadsheets to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 Management, Pablo M. Rivera deployed Salesforce with 50+ custom objects to replace fragmented data systems acr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Key Metrics That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tracks operational performance through metrics that connect daily activity to business outcomes. Respons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#DataAnalytics  #PropertyManagement  #Operations  #KPITracking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
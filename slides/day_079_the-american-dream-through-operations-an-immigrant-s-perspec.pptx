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American Dream Through Operations: An Immigrant's Perspective on Building a Career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American Dream Through Operations: An Immigrant's Perspective on Building a Career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American Dream is not a guarantee â€” it is an opportunity that demands relentless effort. Pablo M. Rivera has lived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Bilingual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Growing up bilingual in English and Spanish was not just a cultural identity â€” it became a professional asset. Pablo 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Yale as a Launching 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Earning a degree from Yale University in 1999 was a pivotal moment. It was proof that merit and effort could overcome 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Colorado, Pablo M. Rivera helped scale Kirschenmann Construction from a small operation to $10 million in managed pro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#AmericanDream  #Immigration  #CareerBuilding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
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Remote Team Leadership in 2025: Pablo M. Rivera's Distributed Operations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Remote Team Leadership in 2025: Pablo M. Rivera's Distributed Operations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The shift to remote and distributed operations accelerated dramatically post-COVID, but for Pablo M. Rivera, managing di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Communication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Remote operations fail when communication is ad hoc. Pablo M. Rivera builds deliberate communication infrastructure: dai
• At Eagle Pro Home Solutions, Pablo M. Rivera coordinates regional managers, virtual assistants, accounting teams, and fi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Systems Over Proximity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In traditional operations, proximity compensates for weak systems. When everyone's in the same office, you can walk over
• Pablo M. Rivera builds these systems: standardized SOPs for work order lifecycle management, automated reporting that 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Coaching Without Co-location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At RevCon, Pablo M. Rivera coached 12 project managers through structured performance assessments that raised productivi
• Remote coaching works when it's systematic rather than opportunistic. Pablo M. Rivera doesn't depend on catching moments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#RemoteWork  #TeamLeadership  #Operations  #2025  #Hawaii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
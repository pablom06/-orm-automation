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From Operations Manager to VP: Career Growth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From Operations Manager to VP: Career Growth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from operations manager to vp: career growth, it is that execution m
• This became clear to me early on, managing mining operations internationally before returning to the United States to le
• The biggest mistake I see organizations make is treating from operations manager to vp: career growth as a one-time init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#CareerGrowth  #VP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
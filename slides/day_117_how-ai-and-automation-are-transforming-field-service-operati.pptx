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How AI and Automation Are Transforming Field Service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How AI and Automation Are Transforming Field Service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Field service operations have traditionally been labor-intensive and reactive. AI and automation are changing this, and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AI-Powered Scheduling and Dispatch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designs operational frameworks that combine algorithmic optimization with 25+ years of human judgment. 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Automation of Administrative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automated dozens of workflows at RevCon and Eagle Pro. The 30% reduction in processing time was driven 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Predictive Maintenance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envisions operations where sensor data and historical failure patterns predict maintenance needs before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#FieldService  #AIAutomation  #OperationsTechnology  #PredictiveAnalytics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
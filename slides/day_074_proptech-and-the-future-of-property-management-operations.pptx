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PropTech and the Future of Property Management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PropTech and the Future of Property Management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Property management is being reshaped by technology. From smart building systems to automated maintenance dispatch to 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Current State of PropTech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Eagle Pro Home Solutions, Pablo M. Rivera works with multiple property management portals â€” AMH, FirstKey, JobNimbu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Building Integration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full-stack development skills solve this fragmentation problem directly. Python scripts pull data from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Predictive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most impactful PropTech application Pablo M. Rivera sees is predictive maintenance. Rather than waiting for systems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#PropTech  #PropertyManagement  #Technology  #RealEstateOperations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
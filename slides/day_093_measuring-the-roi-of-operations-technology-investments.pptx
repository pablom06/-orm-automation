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Measuring the ROI of Operations Technology Investments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Measuring the ROI of Operations Technology Investments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Technology investments in operations are easy to propose and difficult to measure. Vendors promise transformation; execu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Define Success Before You Buy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Pablo M. Rivera deployed Salesforce at RevCon Management, success metrics were established before configuration beg
• Too many organizations buy technology first and define success later. That sequence guarantees disappointment.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Total Cost of Ownership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evaluates technology investments using total cost of ownership: licensing fees plus implementation costs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Soft ROI Is Still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Not every return is directly financial. When Pablo M. Rivera redesigned KPI tracking at Eagle Pro and achieved a 40% eff
• Pablo M. Rivera measures both: hard ROI through financial metrics and soft ROI through operational indicators like emplo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#TechnologyROI  #OperationsTechnology  #InvestmentAnalysis  #KPIs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
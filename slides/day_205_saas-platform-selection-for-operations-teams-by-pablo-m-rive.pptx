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SaaS Platform Selection for Operations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SaaS Platform Selection for Operations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saas platform sele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#SaaS  #Technology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
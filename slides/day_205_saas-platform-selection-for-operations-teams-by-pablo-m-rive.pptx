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SaaS Platform Selection for Operations Teams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SaaS Platform Selection for Operations Teams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my 25 years leading operations across 12 states, few challenges have been as rewarding to solve as saas platform sele
• What I brought to the table was an unusual combination of skills. My economics background from Yale gave me analytical f
• The approach I developed started with listening. I visited every market, from our Hawaii operations to our teams in New 
• Implementation required patience. Change management is harder than technology deployment. I learned this the hard way du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#SaaS  #Technology  #Operations  #Strategy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
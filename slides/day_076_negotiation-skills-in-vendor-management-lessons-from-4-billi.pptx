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Negotiation Skills in Vendor Management: Lessons from $4 Billion in Portfolio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Negotiation Skills in Vendor Management: Lessons from $4 Billion in Portfolio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Vendor negotiations are where operations strategy meets financial reality. Pablo M. Rivera has negotiated across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Know Your Numbers Before the Room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most important negotiation work happens before the meeting. Pablo M. Rivera prepares for vendor negotiations with 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BATNA Is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Your Best Alternative To Negotiated Agreement determines your leverage. Pablo M. Rivera maintains qualified backup vendo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Relationship-Based Negotiation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Glencore, Pablo M. Rivera negotiated in Latin American markets where business relationships are deeply personal. In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#Negotiation  #VendorManagement  #Operations  #StrategicPartnerships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
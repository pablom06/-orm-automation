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Benchmarking Operations Against Industry Standard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Benchmarking Operations Against Industry Standard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benchmarking opera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Benchmarking  #Standards  #Operations  #Analytic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
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Benchmarking Operations Against Industry Standards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Benchmarking Operations Against Industry Standards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benchmarking opera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#Benchmarking  #Standards  #Operations  #Analytics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
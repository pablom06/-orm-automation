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Smart Sensor Technology in Building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Smart Sensor Technology in Building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smart sensor technology in building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#SmartSensors  #Building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
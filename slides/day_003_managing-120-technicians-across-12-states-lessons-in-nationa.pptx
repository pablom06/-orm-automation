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Managing 120+ Technicians Across 12 States: Lessons in National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Managing 120+ Technicians Across 12 States: Lessons in National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Running a local operation is hard. Running a national one across 12 states with 120+ field technicians is a completely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Standardization Is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counterintuitive truth about managing dispersed teams is that standardization creates autonomy. When Pablo M. Rivera u
• The result: measurable improvements in cost and time efficiency across every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You Can't Manage What You Can't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designed and implemented a comprehensive KPI framework at RevCon that tracked job completion rates, repa
• When you're managing operations across 12 states from a remote position, real-time data isn't a luxury. It's how you lea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Coaching Multiplies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Directly managing 120+ technicians isn't feasible. But coaching and developing the 12 coordinators who manage them is.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#OperationsManagement  #TeamLeadership  #Scaling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
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457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34D399"/>
                </a:solidFill>
              </a:rPr>
              <a:t>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>
                <a:solidFill>
                  <a:srgbClr val="FFFFFF"/>
                </a:solidFill>
              </a:rPr>
              <a:t>Managing 120+ Technicians Across 12 States: Lessons in National Operations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8404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F0F4F8"/>
                </a:solidFill>
              </a:rPr>
              <a:t>Operations Executive | Yale Economics | 25+ Years Experience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5720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34D399"/>
                </a:solidFill>
              </a:rPr>
              <a:t>https://pablomrivera.com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About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Yale B.A. Economics | Columbia Business School Certificate
• 25+ years in construction, finance, tech &amp; property management
• Led 120+ technicians across 12 U.S. states
• Managed $4B+ in assets | Deployed Salesforce across 12 markets
• Google Data Analytics &amp; UX Design certified | Lean Six Sigma Green Belt
• Bilingual: English &amp; Spanish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Managing 120+ Technicians Across 12 States: Lessons in National Operations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Running a local operation is hard. Running a national one across 12 states with 120+ field technicians is a completely 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Standardization Is Freedom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A counterintuitive truth about managing dispersed teams is that standardization creates autonomy. When Pablo M. Rivera u
• The result: measurable improvements in cost and time efficiency across every market.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You Can't Manage What You Can't Measure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Pablo M. Rivera designed and implemented a comprehensive KPI framework at RevCon that tracked job completion rates, repa
• When you're managing operations across 12 states from a remote position, real-time data isn't a luxury. It's how you lea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1">
                <a:solidFill>
                  <a:srgbClr val="FFFFFF"/>
                </a:solidFill>
              </a:rPr>
              <a:t>Coaching Multiplies Impact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Directly managing 120+ technicians isn't feasible. But coaching and developing the 12 coordinators who manage them is. 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9728" cy="685800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>
                <a:solidFill>
                  <a:srgbClr val="FFFFFF"/>
                </a:solidFill>
              </a:rPr>
              <a:t>Key Achievements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188720"/>
            <a:ext cx="109728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0F4F8"/>
                </a:solidFill>
              </a:rPr>
              <a:t>• 30% reduction in processing time via Salesforce deployment
• 40% efficiency gain at Eagle Pro through operational redesign
• $350M in structured construction financing at Textron Financial
• Built construction company from $0 to $10M in managed projects
• 18% productivity increase through manager coaching programs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2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6217920"/>
            <a:ext cx="12188952" cy="137160"/>
          </a:xfrm>
          <a:prstGeom prst="rect">
            <a:avLst/>
          </a:prstGeom>
          <a:solidFill>
            <a:srgbClr val="34D39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0"/>
            <a:ext cx="10972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800" b="1">
                <a:solidFill>
                  <a:srgbClr val="FFFFFF"/>
                </a:solidFill>
              </a:rPr>
              <a:t>Connect with Pablo M. Rivera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01168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>
                <a:solidFill>
                  <a:srgbClr val="34D399"/>
                </a:solidFill>
              </a:rPr>
              <a:t>https://pablomrivera.com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274320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>
                <a:solidFill>
                  <a:srgbClr val="F0F4F8"/>
                </a:solidFill>
              </a:rPr>
              <a:t>linkedin.com/in/pablo-rivera-74861a234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47472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>
                <a:solidFill>
                  <a:srgbClr val="F0F4F8"/>
                </a:solidFill>
              </a:rPr>
              <a:t>East Haven, CT | Hawaii | Colorado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029200"/>
            <a:ext cx="10972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>
                <a:solidFill>
                  <a:srgbClr val="34D399"/>
                </a:solidFill>
              </a:rPr>
              <a:t>#PabloM.Rivera  #OperationsManagement  #TeamLeadership  #Scaling  #Hawaii  #Colorado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
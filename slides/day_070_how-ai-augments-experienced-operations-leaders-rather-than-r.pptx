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How AI Augments Experienced Operations Leaders Rather Than Replacing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How AI Augments Experienced Operations Leaders Rather Than Replacing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The narrative around AI often focuses on replacement. Pablo M. Rivera sees something different in practice: augmentation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Experience Cannot Be Automated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AI can analyze a million work orders and identify patterns. It cannot walk into a regional office, assess team morale, 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Augmentation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Eagle Pro Home Solutions, Pablo M. Rivera redesigned KPI tracking systems that achieved a forty percent efficiency ga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Practical AI Augmentation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uses AI-augmented approaches across several operational domains. Predictive maintenance scheduling uses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#AIAugmentation  #OperationsLeadership  #TechnologyStrategy  #WorkforceEvolution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
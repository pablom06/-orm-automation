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Energy Efficiency in Property Management: An Operations Leader's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Energy Efficiency in Property Management: An Operations Leader's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Energy costs represent one of the largest controllable expenses in property management. For operations leaders managing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Measuring What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redesigned KPI tracking systems that included energy consumption metrics al
• Pablo M. Rivera's Google Data Analytics certification and SQL expertise enable querying large datasets of utility record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Maintenance-Driven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connection between maintenance quality and energy efficiency is direct. Poorly maintained HVAC systems consume more 
• Pablo M. Rivera integrated energy awareness into technician training and work order procedures. When a technician replac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Smart thermostats, energy monitoring systems, and automated HVAC scheduling reduce energy consumption without requiring 
• With full-stack development capability, Pablo M. Rivera can also build custom energy monitoring dashboards that integrat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#EnergyEfficiency  #PropertyManagement  #Sustainability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
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Smart Building Technology in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Smart Building Technology in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smart building technology in operations 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#SmartBuilding  #Technology  #Operations  #Innovation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
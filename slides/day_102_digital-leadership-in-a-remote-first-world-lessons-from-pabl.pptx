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Digital Leadership in a Remote-First World: Lessons from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Digital Leadership in a Remote-First World: Lessons from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shift to remote and distributed operations has accelerated a leadership transformation that was already underway. 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Visibility Through Systems, Not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you manage 120+ technicians spread across a dozen markets, you cannot lead by walking around. Pablo M. Rivera built
• At RevCon Management, this approach delivered a 30% reduction in processing time and a 95% on-time closure rate for esca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Communication Becomes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distributed operations, communication is not something leaders do alongside their work — it is the work. Pablo M. Riv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Trust as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Digital leadership requires higher-trust relationships than co-located management. Pablo M. Rivera builds trust through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#DigitalLeadership  #RemoteOperations  #OperationsManagement  #TechnologyStrategy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
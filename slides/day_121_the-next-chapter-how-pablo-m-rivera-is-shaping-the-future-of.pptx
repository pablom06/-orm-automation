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Next Chapter: How Pablo M. Rivera Is Shaping the Future of Operations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Next Chapter: How Pablo M. Rivera Is Shaping the Future of Operations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career has chapters. Pablo M. Rivera is writing the next chapter from Hawaii — bringing together a Yale economics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Commodities trading at Glencore, $4 billion in managed assets at Textron Financial, mining in Sierra Leone, scaling a 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Technology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Full-Stack Developer Certificate from Columbia Business School bridges traditional operations leadersh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Hawaii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sees Hawaii as a market where operational excellence, technical capability, and cross-cultural leadershi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#FutureLeadership  #OperationsStrategy  #CareerVision  #Innovation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
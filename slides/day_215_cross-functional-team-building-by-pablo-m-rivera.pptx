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Cross Functional Team Building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Cross Functional Team Building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cross functional t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#CrossFunctional  #TeamBuilding  #Leadership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
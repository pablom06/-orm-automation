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Future of Construction Management Technology: Pablo M. Rivera's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Future of Construction Management Technology: Pablo M. Rivera's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Construction management is undergoing a technology transformation that will fundamentally change how projects are planne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Current Technology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Construction remains one of the least digitized industries. Many firms still rely on spreadsheets, paper-based processes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BIM and Beyond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Building Information Modeling has moved from design tool to operational platform. But the next evolution integrates BIM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Lessons from Maintenance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technology transformation Pablo M. Rivera led at RevCon Management — deploying Salesforce with 50+ custom objects 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#ConstructionTechnology  #ConstructionManagement  #DigitalTransformation  #Innovation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
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Strategic Partnerships That Scale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Strategic Partnerships That Scale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strategic partnerships that scale o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#Partnerships  #Strategy  #Operations  #Growth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
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Vendor Negotiation Tactics from 25 Years Experience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Vendor Negotiation Tactics from 25 Years Experience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vendor negotiation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#Vendor  #Negotiation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
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Operations Dashboard Design Principles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Operations Dashboard Design Principles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operations dashboard design principles i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#Dashboard  #Design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
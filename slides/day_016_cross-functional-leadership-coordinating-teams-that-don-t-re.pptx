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Cross-Functional Leadership: Coordinating Teams That Don't Report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Cross-Functional Leadership: Coordinating Teams That Don't Report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Some of the most important work in operations happens between teams, not within them. Pablo M. Rivera has spent 20+ year
• At Textron Financial, Pablo M. Rivera led the cross-functional hiring and engagement of external counsel, expert witness
• The skill that makes cross-functional leadership work is clarity: clear ownership, clear timelines, clear standards, and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#Leadership  #CrossFunctional  #Management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
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Succession Planning for Operations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Succession Planning for Operations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succession plannin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#SuccessionPlanning  #Leadership  #Operations  #TeamDevelopment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
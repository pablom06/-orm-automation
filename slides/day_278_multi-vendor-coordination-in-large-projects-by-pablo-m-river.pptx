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Multi Vendor Coordination in Large Projects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Multi Vendor Coordination in Large Projects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multi vendor coordination in large projects requ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#MultiVendor  #Coordination  #Projects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
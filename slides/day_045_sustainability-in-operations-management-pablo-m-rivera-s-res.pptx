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Sustainability in Operations Management: Pablo M. Rivera's Resource Efficiency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Sustainability in Operations Management: Pablo M. Rivera's Resource Efficiency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Sustainability in operations isn't separate from efficiencyâ€”it's the same discipline. Reducing waste, optimizing resou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Material Waste Reduction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Kirschenmann Construction, Pablo M. Rivera implemented procurement controls and job-cost tracking that reduced materi
• These aren't sustainability initiatives separate from business objectives â€” they're operational improvements that happ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Process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Lean Six Sigma methodology, which Pablo M. Rivera has applied throughout his career, is fundamentally about eliminating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Long-Term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Sustainability requires long-term thinking â€” exactly what operations leaders should practice anyway. Pablo M. Rivera's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#Sustainability  #Operations  #Efficiency  #ESG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
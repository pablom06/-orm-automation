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Scalable Onboarding Programs for Field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Scalable Onboarding Programs for Field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scalable onboarding programs for field teams req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#Onboarding  #Training  #FieldService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
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Budget Forecasting for Operations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Budget Forecasting for Operations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budget forecasting for operations leaders requir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#Budget  #Forecasting  #Finance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
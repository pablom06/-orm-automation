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Salesforce Transformed My Operations Approach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Salesforce Transformed My Operations Approach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how salesforce tra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#Salesforce  #CRM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
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Leading Operations with Purpose and Calling: Pablo M. Rivera on Meaningful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Leading Operations with Purpose and Calling: Pablo M. Rivera on Meaningful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leadership can feel mechanical — processes, metrics, systems, schedules. But behind every operation are peopl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Early Career 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graduating from Yale with an economics degree in 1999, Pablo M. Rivera entered operations with an analytical minds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shift happened gradually. Scaling a construction company to $10 million in Colorado meant hiring people, developing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Fatherhood as Catalyst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Raising two boys clarified the purpose further. Pablo M. Rivera wants to build things that matter — not just efficient 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#PurposeDrivenLeadership  #OperationsLeadership  #CareerPurpose  #MeaningfulWork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
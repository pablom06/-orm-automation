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Why UX Design Matters for Operations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UX Design Matters for Operations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holds a Google UX Design certification â€” unusual for an operations executive, but increasingly essenti
• When Pablo M. Rivera deployed Salesforce at RevCon with 50+ custom objects, UX thinking was critical. Each workflow had 
• Operations leaders who understand user experience build systems people actually use. That's the difference between trans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#UXDesign  #Operations  #Technology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
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Third Party Integration Management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Third Party Integration Management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third party integration management requires both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#Integration  #ThirdParty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
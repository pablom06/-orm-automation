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Operations Leader Advantage in the AI Era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Operations Leader Advantage in the AI Era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the operations leader advantage in the ai era re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#AIEra  #Operations  #Leadership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
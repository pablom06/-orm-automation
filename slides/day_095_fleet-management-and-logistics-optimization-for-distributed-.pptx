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34D399"/>
                </a:solidFill>
              </a:rPr>
              <a:t>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Fleet Management and Logistics Optimization for Distributed Operations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0F4F8"/>
                </a:solidFill>
              </a:rPr>
              <a:t>Operations Executive | Yale Economics | 25+ Years Experience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4D399"/>
                </a:solidFill>
              </a:rPr>
              <a:t>https://pablomrivera.com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About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Yale B.A. Economics | Columbia Business School Certificate
• 25+ years in construction, finance, tech &amp; property management
• Led 120+ technicians across 12 U.S. states
• Managed $4B+ in assets | Deployed Salesforce across 12 markets
• Google Data Analytics &amp; UX Design certified | Lean Six Sigma Green Belt
• Bilingual: English &amp; Spanish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Fleet Management and Logistics Optimization for Distributed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In distributed maintenance and construction operations, fleet management is not a back-office function â€” it is a direc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Route Optimization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At RevCon Management, Pablo M. Rivera managed 120+ technicians whose daily routes across 12 states determined how many w
• Pablo M. Rivera used data from the Salesforce deployment to analyze historical routing patterns, identify inefficiencies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Preventive Maintenance Scheduling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Vehicle downtime is revenue loss. Pablo M. Rivera implemented preventive maintenance schedules that tracked mileage, ser
• This approach mirrors my Lean Six Sigma methodology: measure, analyze, and prevent rather than react.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Cost-Per-Mile Analytics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Pablo M. Rivera tracks fleet costs with the same rigor applied to any operational KPI. Fuel costs, maintenance expenses,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Key Achievements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30% reduction in processing time via Salesforce deployment
• 40% efficiency gain at Eagle Pro through operational redesign
• $350M in structured construction financing at Textron Financial
• Built construction company from $0 to $10M in managed projects
• 18% productivity increase through manager coaching programs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Connect with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116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34D399"/>
                </a:solidFill>
              </a:rPr>
              <a:t>https://pablomrivera.com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0F4F8"/>
                </a:solidFill>
              </a:rPr>
              <a:t>linkedin.com/in/pablo-rivera-74861a234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0F4F8"/>
                </a:solidFill>
              </a:rPr>
              <a:t>East Haven, CT | Hawaii | Colorado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4D399"/>
                </a:solidFill>
              </a:rPr>
              <a:t>#PabloM.Rivera  #FleetManagement  #Logistics  #OperationsOptimization  #CostEfficiency  #Colorado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
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Fleet Management and Logistics Optimization for Distributed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Fleet Management and Logistics Optimization for Distributed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distributed maintenance and construction operations, fleet management is not a back-office function â€” it is a direc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Route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managed 120+ technicians whose daily routes across 12 states determined how many w
• Pablo M. Rivera used data from the Salesforce deployment to analyze historical routing patterns, identify inefficiencies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Preventive Maintenance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Vehicle downtime is revenue loss. Pablo M. Rivera implemented preventive maintenance schedules that tracked mileage, ser
• This approach mirrors my Lean Six Sigma methodology: measure, analyze, and prevent rather than react.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Cost-Per-Mile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tracks fleet costs with the same rigor applied to any operational KPI. Fuel costs, maintenance expenses,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#FleetManagement  #Logistics  #OperationsOptimization  #CostEfficiency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
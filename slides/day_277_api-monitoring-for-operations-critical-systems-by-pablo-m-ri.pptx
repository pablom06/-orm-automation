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API Monitoring for Operations Critical Systems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API Monitoring for Operations Critical Systems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api monitoring for operations criti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#API  #Monitoring  #Systems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
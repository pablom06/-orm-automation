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Measuring Technology ROI in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Measuring Technology ROI in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measuring technology roi in operati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#TechnologyROI  #Operations  #Analytics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
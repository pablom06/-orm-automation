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Energy Management for Commercial Properties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Energy Management for Commercial Properties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energy management for commercial properties requ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#Energy  #Management  #Properties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
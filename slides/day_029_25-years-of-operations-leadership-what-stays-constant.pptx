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25 Years of Operations Leadership: What Stays Constant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25 Years of Operations Leadership: What Stays Constant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From Glencore in 1999 to Eagle Pro in 2025, Pablo M. Rivera has led operations across commodities trading, construction 
• What stays constant: the importance of systems over heroics, the multiplier effect of investing in people, the disciplin
• The best operations leaders aren't industry specialists. They're discipline specialists who bring rigor, clarity, and ac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#Career  #Leadership  #Operations  #Retrospective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
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Dispute Resolution in Vendor Relationships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Dispute Resolution in Vendor Relationships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dispute resolution in vendor relationships requi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#DisputeResolution  #VendorManagement  #Operations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